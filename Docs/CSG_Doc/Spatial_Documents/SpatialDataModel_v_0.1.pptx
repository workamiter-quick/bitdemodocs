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48" r:id="rId2"/>
    <p:sldId id="378" r:id="rId3"/>
    <p:sldId id="369" r:id="rId4"/>
    <p:sldId id="370" r:id="rId5"/>
    <p:sldId id="380" r:id="rId6"/>
    <p:sldId id="371" r:id="rId7"/>
    <p:sldId id="372" r:id="rId8"/>
    <p:sldId id="379" r:id="rId9"/>
    <p:sldId id="373" r:id="rId10"/>
    <p:sldId id="374" r:id="rId11"/>
    <p:sldId id="375" r:id="rId12"/>
    <p:sldId id="376" r:id="rId13"/>
    <p:sldId id="377" r:id="rId14"/>
  </p:sldIdLst>
  <p:sldSz cx="12192000" cy="6858000"/>
  <p:notesSz cx="6889750" cy="100218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orient="horz" pos="288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  <p15:guide id="6" pos="73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esh Nooka" initials="RN" lastIdx="1" clrIdx="0">
    <p:extLst>
      <p:ext uri="{19B8F6BF-5375-455C-9EA6-DF929625EA0E}">
        <p15:presenceInfo xmlns:p15="http://schemas.microsoft.com/office/powerpoint/2012/main" userId="S-1-5-21-484763869-1364589140-1417001333-538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FF99"/>
    <a:srgbClr val="D27766"/>
    <a:srgbClr val="C93D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6" y="52"/>
      </p:cViewPr>
      <p:guideLst>
        <p:guide orient="horz" pos="2160"/>
        <p:guide pos="3840"/>
        <p:guide pos="288"/>
        <p:guide orient="horz" pos="288"/>
        <p:guide orient="horz" pos="4032"/>
        <p:guide pos="739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4433A8-58F4-4FC4-B0EF-2A0B9229C137}" type="doc">
      <dgm:prSet loTypeId="urn:microsoft.com/office/officeart/2005/8/layout/hierarchy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2235ED-A557-46B0-943A-F2E2798D8857}">
      <dgm:prSet phldrT="[Text]"/>
      <dgm:spPr/>
      <dgm:t>
        <a:bodyPr/>
        <a:lstStyle/>
        <a:p>
          <a:r>
            <a:rPr lang="en-US" dirty="0"/>
            <a:t>Management</a:t>
          </a:r>
        </a:p>
      </dgm:t>
    </dgm:pt>
    <dgm:pt modelId="{F6ECA640-0665-4F37-9F60-0CF9BF8EA4FE}" type="parTrans" cxnId="{EDE8C22C-E1D6-4780-86D2-EC0FC3D42502}">
      <dgm:prSet/>
      <dgm:spPr/>
      <dgm:t>
        <a:bodyPr/>
        <a:lstStyle/>
        <a:p>
          <a:endParaRPr lang="en-US"/>
        </a:p>
      </dgm:t>
    </dgm:pt>
    <dgm:pt modelId="{9165B17D-420E-4562-94B7-C8B3131AEDD8}" type="sibTrans" cxnId="{EDE8C22C-E1D6-4780-86D2-EC0FC3D42502}">
      <dgm:prSet/>
      <dgm:spPr/>
      <dgm:t>
        <a:bodyPr/>
        <a:lstStyle/>
        <a:p>
          <a:endParaRPr lang="en-US"/>
        </a:p>
      </dgm:t>
    </dgm:pt>
    <dgm:pt modelId="{A400B8B4-C455-4F4F-A98A-8771178A71E9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Management and User Productivity Report</a:t>
          </a:r>
        </a:p>
      </dgm:t>
    </dgm:pt>
    <dgm:pt modelId="{66D44DD9-D439-484C-B85B-8C1EBA5ACE75}" type="parTrans" cxnId="{ADDEEDD4-34DD-4171-A639-E4563A236E1E}">
      <dgm:prSet/>
      <dgm:spPr/>
      <dgm:t>
        <a:bodyPr/>
        <a:lstStyle/>
        <a:p>
          <a:endParaRPr lang="en-US"/>
        </a:p>
      </dgm:t>
    </dgm:pt>
    <dgm:pt modelId="{E38F0A53-583A-4022-A8FC-1492AC66DB00}" type="sibTrans" cxnId="{ADDEEDD4-34DD-4171-A639-E4563A236E1E}">
      <dgm:prSet/>
      <dgm:spPr/>
      <dgm:t>
        <a:bodyPr/>
        <a:lstStyle/>
        <a:p>
          <a:endParaRPr lang="en-US"/>
        </a:p>
      </dgm:t>
    </dgm:pt>
    <dgm:pt modelId="{4088DE1E-45C3-45A0-AEA8-BAFCD268CBC8}">
      <dgm:prSet phldrT="[Text]"/>
      <dgm:spPr/>
      <dgm:t>
        <a:bodyPr/>
        <a:lstStyle/>
        <a:p>
          <a:r>
            <a:rPr lang="en-US" dirty="0"/>
            <a:t>Registry</a:t>
          </a:r>
        </a:p>
      </dgm:t>
    </dgm:pt>
    <dgm:pt modelId="{842ECD3F-7024-4595-889C-42CC73BD34C5}" type="parTrans" cxnId="{B39FF56D-4D9C-4DDC-8695-B110A380147B}">
      <dgm:prSet/>
      <dgm:spPr/>
      <dgm:t>
        <a:bodyPr/>
        <a:lstStyle/>
        <a:p>
          <a:endParaRPr lang="en-US"/>
        </a:p>
      </dgm:t>
    </dgm:pt>
    <dgm:pt modelId="{6489F96F-88DD-42FE-849C-83F17675644A}" type="sibTrans" cxnId="{B39FF56D-4D9C-4DDC-8695-B110A380147B}">
      <dgm:prSet/>
      <dgm:spPr/>
      <dgm:t>
        <a:bodyPr/>
        <a:lstStyle/>
        <a:p>
          <a:endParaRPr lang="en-US"/>
        </a:p>
      </dgm:t>
    </dgm:pt>
    <dgm:pt modelId="{0CA8EC8A-9ACD-440F-8E9A-8D39287C8968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Capture Lodgment</a:t>
          </a:r>
        </a:p>
      </dgm:t>
    </dgm:pt>
    <dgm:pt modelId="{D4EF31BF-64ED-4E0C-8400-2A21B6729322}" type="parTrans" cxnId="{2611B4C1-C784-48CD-951E-E35A9CF965CE}">
      <dgm:prSet/>
      <dgm:spPr/>
      <dgm:t>
        <a:bodyPr/>
        <a:lstStyle/>
        <a:p>
          <a:endParaRPr lang="en-US"/>
        </a:p>
      </dgm:t>
    </dgm:pt>
    <dgm:pt modelId="{9CDD85AE-C8C0-412B-95BF-4FE7D886169C}" type="sibTrans" cxnId="{2611B4C1-C784-48CD-951E-E35A9CF965CE}">
      <dgm:prSet/>
      <dgm:spPr/>
      <dgm:t>
        <a:bodyPr/>
        <a:lstStyle/>
        <a:p>
          <a:endParaRPr lang="en-US"/>
        </a:p>
      </dgm:t>
    </dgm:pt>
    <dgm:pt modelId="{2E7C4AF5-DD42-4CF2-BDD7-1BEC9B5A3476}">
      <dgm:prSet phldrT="[Text]"/>
      <dgm:spPr/>
      <dgm:t>
        <a:bodyPr/>
        <a:lstStyle/>
        <a:p>
          <a:r>
            <a:rPr lang="en-US" dirty="0"/>
            <a:t>Capture Payment</a:t>
          </a:r>
        </a:p>
      </dgm:t>
    </dgm:pt>
    <dgm:pt modelId="{00BDA92F-B604-4A76-BF1B-A5FCF6482100}" type="parTrans" cxnId="{EFA4E4AA-FF55-4FEE-910C-A5478D6EC3A1}">
      <dgm:prSet/>
      <dgm:spPr/>
      <dgm:t>
        <a:bodyPr/>
        <a:lstStyle/>
        <a:p>
          <a:endParaRPr lang="en-US"/>
        </a:p>
      </dgm:t>
    </dgm:pt>
    <dgm:pt modelId="{92DF52C5-91A9-46C9-8C3E-98CD48340ACC}" type="sibTrans" cxnId="{EFA4E4AA-FF55-4FEE-910C-A5478D6EC3A1}">
      <dgm:prSet/>
      <dgm:spPr/>
      <dgm:t>
        <a:bodyPr/>
        <a:lstStyle/>
        <a:p>
          <a:endParaRPr lang="en-US"/>
        </a:p>
      </dgm:t>
    </dgm:pt>
    <dgm:pt modelId="{D77E1082-4309-451D-9FBC-AF1A46C6D748}">
      <dgm:prSet phldrT="[Text]"/>
      <dgm:spPr/>
      <dgm:t>
        <a:bodyPr/>
        <a:lstStyle/>
        <a:p>
          <a:r>
            <a:rPr lang="en-US" dirty="0"/>
            <a:t>Send Notifications on Lodgment  </a:t>
          </a:r>
        </a:p>
      </dgm:t>
    </dgm:pt>
    <dgm:pt modelId="{DFCC4BFF-465A-4E26-8727-18641F9FC1A1}" type="parTrans" cxnId="{C10F8773-40C1-4862-AECA-67C2701CE627}">
      <dgm:prSet/>
      <dgm:spPr/>
      <dgm:t>
        <a:bodyPr/>
        <a:lstStyle/>
        <a:p>
          <a:endParaRPr lang="en-US"/>
        </a:p>
      </dgm:t>
    </dgm:pt>
    <dgm:pt modelId="{E944D453-4463-409F-BE7C-A7647560D964}" type="sibTrans" cxnId="{C10F8773-40C1-4862-AECA-67C2701CE627}">
      <dgm:prSet/>
      <dgm:spPr/>
      <dgm:t>
        <a:bodyPr/>
        <a:lstStyle/>
        <a:p>
          <a:endParaRPr lang="en-US"/>
        </a:p>
      </dgm:t>
    </dgm:pt>
    <dgm:pt modelId="{EF7EA87B-B5FC-4C84-A1CF-89483AAE9A83}">
      <dgm:prSet phldrT="[Text]"/>
      <dgm:spPr/>
      <dgm:t>
        <a:bodyPr/>
        <a:lstStyle/>
        <a:p>
          <a:r>
            <a:rPr lang="en-US" dirty="0"/>
            <a:t>Dispatch</a:t>
          </a:r>
        </a:p>
      </dgm:t>
    </dgm:pt>
    <dgm:pt modelId="{7BF93BD8-579A-4C20-9168-548D4AC03C0C}" type="parTrans" cxnId="{1F6BB4BE-ECCF-47C7-80C9-8D5D7FCAA38C}">
      <dgm:prSet/>
      <dgm:spPr/>
      <dgm:t>
        <a:bodyPr/>
        <a:lstStyle/>
        <a:p>
          <a:endParaRPr lang="en-US"/>
        </a:p>
      </dgm:t>
    </dgm:pt>
    <dgm:pt modelId="{8913CA7C-8B7D-45C9-AC8A-C6497ECE54FD}" type="sibTrans" cxnId="{1F6BB4BE-ECCF-47C7-80C9-8D5D7FCAA38C}">
      <dgm:prSet/>
      <dgm:spPr/>
      <dgm:t>
        <a:bodyPr/>
        <a:lstStyle/>
        <a:p>
          <a:endParaRPr lang="en-US"/>
        </a:p>
      </dgm:t>
    </dgm:pt>
    <dgm:pt modelId="{167409C3-40E8-4C2B-B6C1-0F16A2D51B85}">
      <dgm:prSet phldrT="[Text]"/>
      <dgm:spPr/>
      <dgm:t>
        <a:bodyPr/>
        <a:lstStyle/>
        <a:p>
          <a:r>
            <a:rPr lang="en-US" dirty="0"/>
            <a:t>Numbering</a:t>
          </a:r>
        </a:p>
      </dgm:t>
    </dgm:pt>
    <dgm:pt modelId="{DE70348C-10CC-4BE8-9E7E-98FA6B0AD388}" type="parTrans" cxnId="{A0ECE331-1972-44F7-AAC8-A69FFA8EE1DD}">
      <dgm:prSet/>
      <dgm:spPr/>
      <dgm:t>
        <a:bodyPr/>
        <a:lstStyle/>
        <a:p>
          <a:endParaRPr lang="en-US"/>
        </a:p>
      </dgm:t>
    </dgm:pt>
    <dgm:pt modelId="{3828473F-D286-4FE6-953F-A686B1FBCC59}" type="sibTrans" cxnId="{A0ECE331-1972-44F7-AAC8-A69FFA8EE1DD}">
      <dgm:prSet/>
      <dgm:spPr/>
      <dgm:t>
        <a:bodyPr/>
        <a:lstStyle/>
        <a:p>
          <a:endParaRPr lang="en-US"/>
        </a:p>
      </dgm:t>
    </dgm:pt>
    <dgm:pt modelId="{827F6A0E-B5B0-4B1C-99D3-B95AB9F2DF57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Reserve Parcel</a:t>
          </a:r>
        </a:p>
      </dgm:t>
    </dgm:pt>
    <dgm:pt modelId="{A9E0BE80-980C-4D96-AC98-6EEA4A025ECE}" type="parTrans" cxnId="{5444C17C-0D3A-45B5-AAA7-308047B24DAA}">
      <dgm:prSet/>
      <dgm:spPr/>
      <dgm:t>
        <a:bodyPr/>
        <a:lstStyle/>
        <a:p>
          <a:endParaRPr lang="en-US"/>
        </a:p>
      </dgm:t>
    </dgm:pt>
    <dgm:pt modelId="{CB8C31D7-68B9-4535-8FA9-D5A2935E4FF1}" type="sibTrans" cxnId="{5444C17C-0D3A-45B5-AAA7-308047B24DAA}">
      <dgm:prSet/>
      <dgm:spPr/>
      <dgm:t>
        <a:bodyPr/>
        <a:lstStyle/>
        <a:p>
          <a:endParaRPr lang="en-US"/>
        </a:p>
      </dgm:t>
    </dgm:pt>
    <dgm:pt modelId="{92E71353-96E4-44AF-980F-4CE637277307}">
      <dgm:prSet phldrT="[Text]"/>
      <dgm:spPr/>
      <dgm:t>
        <a:bodyPr/>
        <a:lstStyle/>
        <a:p>
          <a:r>
            <a:rPr lang="en-US" dirty="0"/>
            <a:t>First Level Examination</a:t>
          </a:r>
        </a:p>
      </dgm:t>
    </dgm:pt>
    <dgm:pt modelId="{7C46A523-1250-40DE-94E6-850C0607145C}" type="parTrans" cxnId="{9284798A-405B-4ED5-AC9C-4D3F0AB12038}">
      <dgm:prSet/>
      <dgm:spPr/>
      <dgm:t>
        <a:bodyPr/>
        <a:lstStyle/>
        <a:p>
          <a:endParaRPr lang="en-US"/>
        </a:p>
      </dgm:t>
    </dgm:pt>
    <dgm:pt modelId="{016A37FD-7687-45D9-9EE9-571AAD9451FE}" type="sibTrans" cxnId="{9284798A-405B-4ED5-AC9C-4D3F0AB12038}">
      <dgm:prSet/>
      <dgm:spPr/>
      <dgm:t>
        <a:bodyPr/>
        <a:lstStyle/>
        <a:p>
          <a:endParaRPr lang="en-US"/>
        </a:p>
      </dgm:t>
    </dgm:pt>
    <dgm:pt modelId="{C6F4026E-6FB7-4DE7-B9CA-B5A0E7899D00}">
      <dgm:prSet phldrT="[Text]"/>
      <dgm:spPr>
        <a:solidFill>
          <a:srgbClr val="FFFF99"/>
        </a:solidFill>
      </dgm:spPr>
      <dgm:t>
        <a:bodyPr/>
        <a:lstStyle/>
        <a:p>
          <a:r>
            <a:rPr lang="en-ZA" dirty="0"/>
            <a:t>Capture examination check results onto DB</a:t>
          </a:r>
          <a:endParaRPr lang="en-US" dirty="0"/>
        </a:p>
      </dgm:t>
    </dgm:pt>
    <dgm:pt modelId="{5BFFFFCA-B512-4FDA-ABC2-021A5189CC25}" type="parTrans" cxnId="{D8E1538D-F445-4E90-84A8-7548712D50C6}">
      <dgm:prSet/>
      <dgm:spPr/>
      <dgm:t>
        <a:bodyPr/>
        <a:lstStyle/>
        <a:p>
          <a:endParaRPr lang="en-US"/>
        </a:p>
      </dgm:t>
    </dgm:pt>
    <dgm:pt modelId="{FB3C2DF5-B078-4DF0-B377-5DF1557E8940}" type="sibTrans" cxnId="{D8E1538D-F445-4E90-84A8-7548712D50C6}">
      <dgm:prSet/>
      <dgm:spPr/>
      <dgm:t>
        <a:bodyPr/>
        <a:lstStyle/>
        <a:p>
          <a:endParaRPr lang="en-US"/>
        </a:p>
      </dgm:t>
    </dgm:pt>
    <dgm:pt modelId="{F4A497A2-F333-4A60-B210-415BFBD654D3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Queried Information rendered</a:t>
          </a:r>
        </a:p>
      </dgm:t>
    </dgm:pt>
    <dgm:pt modelId="{128FA247-749E-406D-BD50-4D2FFB2A284D}" type="parTrans" cxnId="{A578A620-4EEE-4E16-B074-A3AB60419856}">
      <dgm:prSet/>
      <dgm:spPr/>
      <dgm:t>
        <a:bodyPr/>
        <a:lstStyle/>
        <a:p>
          <a:endParaRPr lang="en-US"/>
        </a:p>
      </dgm:t>
    </dgm:pt>
    <dgm:pt modelId="{A803D342-24DE-4D74-85A1-AABF73C2CD15}" type="sibTrans" cxnId="{A578A620-4EEE-4E16-B074-A3AB60419856}">
      <dgm:prSet/>
      <dgm:spPr/>
      <dgm:t>
        <a:bodyPr/>
        <a:lstStyle/>
        <a:p>
          <a:endParaRPr lang="en-US"/>
        </a:p>
      </dgm:t>
    </dgm:pt>
    <dgm:pt modelId="{4D970B22-E596-47C4-8F3B-45799FDAE79E}">
      <dgm:prSet phldrT="[Text]"/>
      <dgm:spPr/>
      <dgm:t>
        <a:bodyPr/>
        <a:lstStyle/>
        <a:p>
          <a:r>
            <a:rPr lang="en-US" dirty="0"/>
            <a:t>Produce </a:t>
          </a:r>
          <a:r>
            <a:rPr lang="en-ZA" dirty="0"/>
            <a:t>Advisory Notes/ comments</a:t>
          </a:r>
          <a:endParaRPr lang="en-US" dirty="0"/>
        </a:p>
      </dgm:t>
    </dgm:pt>
    <dgm:pt modelId="{A79EF838-0383-4E9B-A1A5-F52E2ED78DF0}" type="parTrans" cxnId="{0F3D0A16-865C-4CD0-98BB-A209C4DEC93B}">
      <dgm:prSet/>
      <dgm:spPr/>
      <dgm:t>
        <a:bodyPr/>
        <a:lstStyle/>
        <a:p>
          <a:endParaRPr lang="en-US"/>
        </a:p>
      </dgm:t>
    </dgm:pt>
    <dgm:pt modelId="{7EC0E96C-DA8C-448E-8169-FC449204180D}" type="sibTrans" cxnId="{0F3D0A16-865C-4CD0-98BB-A209C4DEC93B}">
      <dgm:prSet/>
      <dgm:spPr/>
      <dgm:t>
        <a:bodyPr/>
        <a:lstStyle/>
        <a:p>
          <a:endParaRPr lang="en-US"/>
        </a:p>
      </dgm:t>
    </dgm:pt>
    <dgm:pt modelId="{1988B74C-AEAD-4087-AC38-58D573FE307C}">
      <dgm:prSet phldrT="[Text]"/>
      <dgm:spPr/>
      <dgm:t>
        <a:bodyPr/>
        <a:lstStyle/>
        <a:p>
          <a:r>
            <a:rPr lang="en-US" dirty="0"/>
            <a:t>Second Level Examination</a:t>
          </a:r>
        </a:p>
      </dgm:t>
    </dgm:pt>
    <dgm:pt modelId="{094A9A3B-E82A-415D-83A3-4379A15C79CC}" type="parTrans" cxnId="{87F602BD-7A5A-4B9D-A98D-8506796C9380}">
      <dgm:prSet/>
      <dgm:spPr/>
      <dgm:t>
        <a:bodyPr/>
        <a:lstStyle/>
        <a:p>
          <a:endParaRPr lang="en-US"/>
        </a:p>
      </dgm:t>
    </dgm:pt>
    <dgm:pt modelId="{5D11101E-3AFE-4324-85BD-179EFE4C39EE}" type="sibTrans" cxnId="{87F602BD-7A5A-4B9D-A98D-8506796C9380}">
      <dgm:prSet/>
      <dgm:spPr/>
      <dgm:t>
        <a:bodyPr/>
        <a:lstStyle/>
        <a:p>
          <a:endParaRPr lang="en-US"/>
        </a:p>
      </dgm:t>
    </dgm:pt>
    <dgm:pt modelId="{66BC1D5D-7582-4A99-9A46-9DF9E6B4A032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Queried information rendered</a:t>
          </a:r>
        </a:p>
      </dgm:t>
    </dgm:pt>
    <dgm:pt modelId="{BF3758E5-7F22-440B-AB6D-75737F640816}" type="parTrans" cxnId="{E09C903F-AF21-47DE-845B-104F9885AE09}">
      <dgm:prSet/>
      <dgm:spPr/>
      <dgm:t>
        <a:bodyPr/>
        <a:lstStyle/>
        <a:p>
          <a:endParaRPr lang="en-US"/>
        </a:p>
      </dgm:t>
    </dgm:pt>
    <dgm:pt modelId="{DB11911E-5F4F-41F2-80B7-46B1BBDE71E8}" type="sibTrans" cxnId="{E09C903F-AF21-47DE-845B-104F9885AE09}">
      <dgm:prSet/>
      <dgm:spPr/>
      <dgm:t>
        <a:bodyPr/>
        <a:lstStyle/>
        <a:p>
          <a:endParaRPr lang="en-US"/>
        </a:p>
      </dgm:t>
    </dgm:pt>
    <dgm:pt modelId="{C8650B5B-4041-421B-BEE6-1CDC35202EEA}">
      <dgm:prSet phldrT="[Text]"/>
      <dgm:spPr/>
      <dgm:t>
        <a:bodyPr/>
        <a:lstStyle/>
        <a:p>
          <a:r>
            <a:rPr lang="en-US" dirty="0"/>
            <a:t>Capture Legislative compliance check result</a:t>
          </a:r>
        </a:p>
      </dgm:t>
    </dgm:pt>
    <dgm:pt modelId="{4D4A41C8-6F30-468F-93D3-43A971CB9137}" type="parTrans" cxnId="{DE3CFF51-CD44-4617-98BF-0CFF80850FC9}">
      <dgm:prSet/>
      <dgm:spPr/>
      <dgm:t>
        <a:bodyPr/>
        <a:lstStyle/>
        <a:p>
          <a:endParaRPr lang="en-US"/>
        </a:p>
      </dgm:t>
    </dgm:pt>
    <dgm:pt modelId="{27710B07-0D38-4464-8862-8FABCCF83E1E}" type="sibTrans" cxnId="{DE3CFF51-CD44-4617-98BF-0CFF80850FC9}">
      <dgm:prSet/>
      <dgm:spPr/>
      <dgm:t>
        <a:bodyPr/>
        <a:lstStyle/>
        <a:p>
          <a:endParaRPr lang="en-US"/>
        </a:p>
      </dgm:t>
    </dgm:pt>
    <dgm:pt modelId="{86F2707B-055B-4DF1-A0F3-6AFBFA15899A}">
      <dgm:prSet phldrT="[Text]"/>
      <dgm:spPr/>
      <dgm:t>
        <a:bodyPr/>
        <a:lstStyle/>
        <a:p>
          <a:r>
            <a:rPr lang="en-US" dirty="0"/>
            <a:t>Maintenance</a:t>
          </a:r>
        </a:p>
      </dgm:t>
    </dgm:pt>
    <dgm:pt modelId="{C4A70080-8AAD-45BE-85B0-CE42738E13E0}" type="parTrans" cxnId="{56BD2BC7-BE33-4B7B-B0F9-473AE9F14876}">
      <dgm:prSet/>
      <dgm:spPr/>
      <dgm:t>
        <a:bodyPr/>
        <a:lstStyle/>
        <a:p>
          <a:endParaRPr lang="en-US"/>
        </a:p>
      </dgm:t>
    </dgm:pt>
    <dgm:pt modelId="{A8F10F45-4334-42C0-ADD8-87FA93267502}" type="sibTrans" cxnId="{56BD2BC7-BE33-4B7B-B0F9-473AE9F14876}">
      <dgm:prSet/>
      <dgm:spPr/>
      <dgm:t>
        <a:bodyPr/>
        <a:lstStyle/>
        <a:p>
          <a:endParaRPr lang="en-US"/>
        </a:p>
      </dgm:t>
    </dgm:pt>
    <dgm:pt modelId="{0F354201-0C1A-4A4A-8F42-915923582DAB}">
      <dgm:prSet phldrT="[Text]"/>
      <dgm:spPr/>
      <dgm:t>
        <a:bodyPr/>
        <a:lstStyle/>
        <a:p>
          <a:r>
            <a:rPr lang="en-US" dirty="0"/>
            <a:t>Perform Endorsements</a:t>
          </a:r>
        </a:p>
      </dgm:t>
    </dgm:pt>
    <dgm:pt modelId="{530F83DD-0055-4096-B803-E7EA4E58B512}" type="parTrans" cxnId="{CD3DC3E3-9FA4-42A4-AD1E-F1B5264960E9}">
      <dgm:prSet/>
      <dgm:spPr/>
      <dgm:t>
        <a:bodyPr/>
        <a:lstStyle/>
        <a:p>
          <a:endParaRPr lang="en-US"/>
        </a:p>
      </dgm:t>
    </dgm:pt>
    <dgm:pt modelId="{E9FE73FF-F2EE-4958-BB92-3B31CEBE1B9A}" type="sibTrans" cxnId="{CD3DC3E3-9FA4-42A4-AD1E-F1B5264960E9}">
      <dgm:prSet/>
      <dgm:spPr/>
      <dgm:t>
        <a:bodyPr/>
        <a:lstStyle/>
        <a:p>
          <a:endParaRPr lang="en-US"/>
        </a:p>
      </dgm:t>
    </dgm:pt>
    <dgm:pt modelId="{C4CB8716-1FAD-4DBD-8102-C01E013601A0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Request Information  issued</a:t>
          </a:r>
        </a:p>
      </dgm:t>
    </dgm:pt>
    <dgm:pt modelId="{FC541FC5-355D-4B1C-8D3A-304D43ED9E0E}" type="parTrans" cxnId="{79BC4EA8-9D57-4ECA-AD3F-F96A502F30B0}">
      <dgm:prSet/>
      <dgm:spPr/>
      <dgm:t>
        <a:bodyPr/>
        <a:lstStyle/>
        <a:p>
          <a:endParaRPr lang="en-US"/>
        </a:p>
      </dgm:t>
    </dgm:pt>
    <dgm:pt modelId="{5522A6DA-02AF-4AD4-B471-01FF7E7EE1F8}" type="sibTrans" cxnId="{79BC4EA8-9D57-4ECA-AD3F-F96A502F30B0}">
      <dgm:prSet/>
      <dgm:spPr/>
      <dgm:t>
        <a:bodyPr/>
        <a:lstStyle/>
        <a:p>
          <a:endParaRPr lang="en-US"/>
        </a:p>
      </dgm:t>
    </dgm:pt>
    <dgm:pt modelId="{3FEA3A37-4F82-44CD-AC53-B1636D674FCE}">
      <dgm:prSet phldrT="[Text]"/>
      <dgm:spPr/>
      <dgm:t>
        <a:bodyPr/>
        <a:lstStyle/>
        <a:p>
          <a:r>
            <a:rPr lang="en-US" dirty="0"/>
            <a:t>Invoice Issued</a:t>
          </a:r>
        </a:p>
      </dgm:t>
    </dgm:pt>
    <dgm:pt modelId="{551A1E1E-17FE-4CF5-BF8C-78CB6FB218E4}" type="parTrans" cxnId="{A80AEA8B-5A57-4FE1-8558-7C26EDAD6B7E}">
      <dgm:prSet/>
      <dgm:spPr/>
      <dgm:t>
        <a:bodyPr/>
        <a:lstStyle/>
        <a:p>
          <a:endParaRPr lang="en-US"/>
        </a:p>
      </dgm:t>
    </dgm:pt>
    <dgm:pt modelId="{A817EB80-3243-4694-A307-ED49AD6EF393}" type="sibTrans" cxnId="{A80AEA8B-5A57-4FE1-8558-7C26EDAD6B7E}">
      <dgm:prSet/>
      <dgm:spPr/>
      <dgm:t>
        <a:bodyPr/>
        <a:lstStyle/>
        <a:p>
          <a:endParaRPr lang="en-US"/>
        </a:p>
      </dgm:t>
    </dgm:pt>
    <dgm:pt modelId="{491C25B3-A576-40D1-9A09-831A156E4468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Queried Information rendered </a:t>
          </a:r>
        </a:p>
      </dgm:t>
    </dgm:pt>
    <dgm:pt modelId="{9D667549-DD22-463B-AC8F-2387452DDFAC}" type="parTrans" cxnId="{3EEE76C4-1579-4501-806A-85CCAA169C7D}">
      <dgm:prSet/>
      <dgm:spPr/>
      <dgm:t>
        <a:bodyPr/>
        <a:lstStyle/>
        <a:p>
          <a:endParaRPr lang="en-US"/>
        </a:p>
      </dgm:t>
    </dgm:pt>
    <dgm:pt modelId="{0628FC5B-F0AB-4E4E-BBC7-E6FD4467A08E}" type="sibTrans" cxnId="{3EEE76C4-1579-4501-806A-85CCAA169C7D}">
      <dgm:prSet/>
      <dgm:spPr/>
      <dgm:t>
        <a:bodyPr/>
        <a:lstStyle/>
        <a:p>
          <a:endParaRPr lang="en-US"/>
        </a:p>
      </dgm:t>
    </dgm:pt>
    <dgm:pt modelId="{0FCDE6A2-043C-4B2C-A416-39D2D3E26B00}">
      <dgm:prSet phldrT="[Text]"/>
      <dgm:spPr/>
      <dgm:t>
        <a:bodyPr/>
        <a:lstStyle/>
        <a:p>
          <a:r>
            <a:rPr lang="en-US" dirty="0"/>
            <a:t>Capture Client Information</a:t>
          </a:r>
        </a:p>
      </dgm:t>
    </dgm:pt>
    <dgm:pt modelId="{B8018A4C-FC18-418B-8B21-6217B4E03CC4}" type="parTrans" cxnId="{324FE8FD-5342-4664-8F75-91E7CC8FCD71}">
      <dgm:prSet/>
      <dgm:spPr/>
      <dgm:t>
        <a:bodyPr/>
        <a:lstStyle/>
        <a:p>
          <a:endParaRPr lang="en-US"/>
        </a:p>
      </dgm:t>
    </dgm:pt>
    <dgm:pt modelId="{16B1BBA8-3D69-44B6-992E-98BBD12E8AC9}" type="sibTrans" cxnId="{324FE8FD-5342-4664-8F75-91E7CC8FCD71}">
      <dgm:prSet/>
      <dgm:spPr/>
      <dgm:t>
        <a:bodyPr/>
        <a:lstStyle/>
        <a:p>
          <a:endParaRPr lang="en-US"/>
        </a:p>
      </dgm:t>
    </dgm:pt>
    <dgm:pt modelId="{60A271DF-662F-40A7-AAED-AFBFE39AFB58}">
      <dgm:prSet phldrT="[Text]"/>
      <dgm:spPr/>
      <dgm:t>
        <a:bodyPr/>
        <a:lstStyle/>
        <a:p>
          <a:r>
            <a:rPr lang="en-US" dirty="0"/>
            <a:t>Dockets produced</a:t>
          </a:r>
        </a:p>
      </dgm:t>
    </dgm:pt>
    <dgm:pt modelId="{837C3B5F-208E-4FEE-870F-33FA1F39A9D2}" type="sibTrans" cxnId="{6789B40F-DF87-4B32-B4B3-4F2BB657F8DF}">
      <dgm:prSet/>
      <dgm:spPr/>
      <dgm:t>
        <a:bodyPr/>
        <a:lstStyle/>
        <a:p>
          <a:endParaRPr lang="en-ZA"/>
        </a:p>
      </dgm:t>
    </dgm:pt>
    <dgm:pt modelId="{39B834A3-9E17-4BE3-ABDA-DDFFFF012F72}" type="parTrans" cxnId="{6789B40F-DF87-4B32-B4B3-4F2BB657F8DF}">
      <dgm:prSet/>
      <dgm:spPr/>
      <dgm:t>
        <a:bodyPr/>
        <a:lstStyle/>
        <a:p>
          <a:endParaRPr lang="en-ZA"/>
        </a:p>
      </dgm:t>
    </dgm:pt>
    <dgm:pt modelId="{8A789704-8202-4C89-9D0C-99F8231C3291}">
      <dgm:prSet phldrT="[Text]"/>
      <dgm:spPr/>
      <dgm:t>
        <a:bodyPr/>
        <a:lstStyle/>
        <a:p>
          <a:r>
            <a:rPr lang="en-US" dirty="0"/>
            <a:t>Email notification sent to Land Surveyor</a:t>
          </a:r>
        </a:p>
      </dgm:t>
    </dgm:pt>
    <dgm:pt modelId="{B47988E7-78F1-4102-86EF-0395C9241BDE}" type="parTrans" cxnId="{82872677-AFCE-4BE0-84C8-55FF35EAE233}">
      <dgm:prSet/>
      <dgm:spPr/>
      <dgm:t>
        <a:bodyPr/>
        <a:lstStyle/>
        <a:p>
          <a:endParaRPr lang="en-ZA"/>
        </a:p>
      </dgm:t>
    </dgm:pt>
    <dgm:pt modelId="{EBFB0AB5-B5B7-4912-AB25-08B692ADF998}" type="sibTrans" cxnId="{82872677-AFCE-4BE0-84C8-55FF35EAE233}">
      <dgm:prSet/>
      <dgm:spPr/>
      <dgm:t>
        <a:bodyPr/>
        <a:lstStyle/>
        <a:p>
          <a:endParaRPr lang="en-ZA"/>
        </a:p>
      </dgm:t>
    </dgm:pt>
    <dgm:pt modelId="{FCB0D21D-6FA2-4AC5-A990-00863461109B}">
      <dgm:prSet phldrT="[Text]"/>
      <dgm:spPr/>
      <dgm:t>
        <a:bodyPr/>
        <a:lstStyle/>
        <a:p>
          <a:r>
            <a:rPr lang="en-US" dirty="0"/>
            <a:t>Approve or Return with comments</a:t>
          </a:r>
        </a:p>
      </dgm:t>
    </dgm:pt>
    <dgm:pt modelId="{B88CA0F5-4174-4B55-959C-E8189FB5E41C}" type="parTrans" cxnId="{37D3170A-6D39-4992-9056-348708E9B7C0}">
      <dgm:prSet/>
      <dgm:spPr/>
      <dgm:t>
        <a:bodyPr/>
        <a:lstStyle/>
        <a:p>
          <a:endParaRPr lang="en-ZA"/>
        </a:p>
      </dgm:t>
    </dgm:pt>
    <dgm:pt modelId="{D0CABE00-C696-408F-BF79-F99E13B881B1}" type="sibTrans" cxnId="{37D3170A-6D39-4992-9056-348708E9B7C0}">
      <dgm:prSet/>
      <dgm:spPr/>
      <dgm:t>
        <a:bodyPr/>
        <a:lstStyle/>
        <a:p>
          <a:endParaRPr lang="en-ZA"/>
        </a:p>
      </dgm:t>
    </dgm:pt>
    <dgm:pt modelId="{03E7FD69-2A8B-45D1-B33D-6E6159F52C70}">
      <dgm:prSet phldrT="[Text]"/>
      <dgm:spPr/>
      <dgm:t>
        <a:bodyPr/>
        <a:lstStyle/>
        <a:p>
          <a:r>
            <a:rPr lang="en-US" dirty="0"/>
            <a:t>Post Approval process</a:t>
          </a:r>
        </a:p>
      </dgm:t>
    </dgm:pt>
    <dgm:pt modelId="{EB5DD548-7F75-4840-B94E-CA77FA3E26CA}" type="sibTrans" cxnId="{865B8F54-93FC-4374-8EAC-2FE3AE68F155}">
      <dgm:prSet/>
      <dgm:spPr/>
      <dgm:t>
        <a:bodyPr/>
        <a:lstStyle/>
        <a:p>
          <a:endParaRPr lang="en-US"/>
        </a:p>
      </dgm:t>
    </dgm:pt>
    <dgm:pt modelId="{C4E34CE5-8DAB-4014-9F61-5A47FD1A5B6B}" type="parTrans" cxnId="{865B8F54-93FC-4374-8EAC-2FE3AE68F155}">
      <dgm:prSet/>
      <dgm:spPr/>
      <dgm:t>
        <a:bodyPr/>
        <a:lstStyle/>
        <a:p>
          <a:endParaRPr lang="en-US"/>
        </a:p>
      </dgm:t>
    </dgm:pt>
    <dgm:pt modelId="{A4C2D8CD-847F-4523-A504-C63354536353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Perform data Updates/ Amendments</a:t>
          </a:r>
        </a:p>
      </dgm:t>
    </dgm:pt>
    <dgm:pt modelId="{8131C2BC-F0D2-4840-B751-26A8A4F10CDF}" type="sibTrans" cxnId="{2A565A46-F530-42BB-B3DC-EBA372DD4743}">
      <dgm:prSet/>
      <dgm:spPr/>
      <dgm:t>
        <a:bodyPr/>
        <a:lstStyle/>
        <a:p>
          <a:endParaRPr lang="en-US"/>
        </a:p>
      </dgm:t>
    </dgm:pt>
    <dgm:pt modelId="{368A8C97-8B14-4681-B02B-9B398D2A73EE}" type="parTrans" cxnId="{2A565A46-F530-42BB-B3DC-EBA372DD4743}">
      <dgm:prSet/>
      <dgm:spPr/>
      <dgm:t>
        <a:bodyPr/>
        <a:lstStyle/>
        <a:p>
          <a:endParaRPr lang="en-US"/>
        </a:p>
      </dgm:t>
    </dgm:pt>
    <dgm:pt modelId="{C7F602D1-2125-47F3-B188-0BD44B2A05AB}">
      <dgm:prSet phldrT="[Text]"/>
      <dgm:spPr/>
      <dgm:t>
        <a:bodyPr/>
        <a:lstStyle/>
        <a:p>
          <a:r>
            <a:rPr lang="en-US" dirty="0"/>
            <a:t>Information Provision</a:t>
          </a:r>
        </a:p>
      </dgm:t>
    </dgm:pt>
    <dgm:pt modelId="{83FAA81F-10F2-4654-AC57-B7E0B3C91790}" type="parTrans" cxnId="{741CC95D-0F1D-429C-B0AC-547C9B1940D4}">
      <dgm:prSet/>
      <dgm:spPr/>
      <dgm:t>
        <a:bodyPr/>
        <a:lstStyle/>
        <a:p>
          <a:endParaRPr lang="en-ZA"/>
        </a:p>
      </dgm:t>
    </dgm:pt>
    <dgm:pt modelId="{1D4BD4DD-BB48-455F-92FF-23536B6DBE8C}" type="sibTrans" cxnId="{741CC95D-0F1D-429C-B0AC-547C9B1940D4}">
      <dgm:prSet/>
      <dgm:spPr/>
      <dgm:t>
        <a:bodyPr/>
        <a:lstStyle/>
        <a:p>
          <a:endParaRPr lang="en-ZA"/>
        </a:p>
      </dgm:t>
    </dgm:pt>
    <dgm:pt modelId="{6BA4FA74-955F-4037-A08A-4BE50A997FD0}">
      <dgm:prSet phldrT="[Text]"/>
      <dgm:spPr/>
      <dgm:t>
        <a:bodyPr/>
        <a:lstStyle/>
        <a:p>
          <a:r>
            <a:rPr lang="en-US" dirty="0"/>
            <a:t>Scanning</a:t>
          </a:r>
        </a:p>
      </dgm:t>
    </dgm:pt>
    <dgm:pt modelId="{7B6CC294-040B-4E13-9EDC-35FE15D89F24}" type="parTrans" cxnId="{78ED9841-B305-4D31-A1A9-2821C95CD788}">
      <dgm:prSet/>
      <dgm:spPr/>
      <dgm:t>
        <a:bodyPr/>
        <a:lstStyle/>
        <a:p>
          <a:endParaRPr lang="en-ZA"/>
        </a:p>
      </dgm:t>
    </dgm:pt>
    <dgm:pt modelId="{A1ECF020-C456-4393-A300-8EE0EA4DD60F}" type="sibTrans" cxnId="{78ED9841-B305-4D31-A1A9-2821C95CD788}">
      <dgm:prSet/>
      <dgm:spPr/>
      <dgm:t>
        <a:bodyPr/>
        <a:lstStyle/>
        <a:p>
          <a:endParaRPr lang="en-ZA"/>
        </a:p>
      </dgm:t>
    </dgm:pt>
    <dgm:pt modelId="{BA7FB0E5-69B9-4739-BF9D-CB65CAD8B7B0}">
      <dgm:prSet phldrT="[Text]"/>
      <dgm:spPr>
        <a:solidFill>
          <a:srgbClr val="FFFF99">
            <a:alpha val="90000"/>
          </a:srgbClr>
        </a:solidFill>
      </dgm:spPr>
      <dgm:t>
        <a:bodyPr/>
        <a:lstStyle/>
        <a:p>
          <a:r>
            <a:rPr lang="en-US" dirty="0"/>
            <a:t>Post Approval Process</a:t>
          </a:r>
        </a:p>
      </dgm:t>
    </dgm:pt>
    <dgm:pt modelId="{B68EB5BD-F059-4D67-A5CF-54CA698034C7}" type="parTrans" cxnId="{D4033272-A0D7-4401-B535-71E1ECAAB36B}">
      <dgm:prSet/>
      <dgm:spPr/>
      <dgm:t>
        <a:bodyPr/>
        <a:lstStyle/>
        <a:p>
          <a:endParaRPr lang="en-US"/>
        </a:p>
      </dgm:t>
    </dgm:pt>
    <dgm:pt modelId="{8C10D859-7F00-4410-890D-8D26658685A7}" type="sibTrans" cxnId="{D4033272-A0D7-4401-B535-71E1ECAAB36B}">
      <dgm:prSet/>
      <dgm:spPr/>
      <dgm:t>
        <a:bodyPr/>
        <a:lstStyle/>
        <a:p>
          <a:endParaRPr lang="en-US"/>
        </a:p>
      </dgm:t>
    </dgm:pt>
    <dgm:pt modelId="{4B215143-5DB9-423D-AF70-C3B542895F8A}">
      <dgm:prSet phldrT="[Text]"/>
      <dgm:spPr/>
      <dgm:t>
        <a:bodyPr/>
        <a:lstStyle/>
        <a:p>
          <a:r>
            <a:rPr lang="en-US" dirty="0"/>
            <a:t>Data Capture</a:t>
          </a:r>
        </a:p>
      </dgm:t>
    </dgm:pt>
    <dgm:pt modelId="{3463E9D7-7464-49CD-9DCF-3D7E0CAB531E}" type="parTrans" cxnId="{04EC8390-D91C-42FD-AD3F-95D9D61ABA61}">
      <dgm:prSet/>
      <dgm:spPr/>
      <dgm:t>
        <a:bodyPr/>
        <a:lstStyle/>
        <a:p>
          <a:endParaRPr lang="en-US"/>
        </a:p>
      </dgm:t>
    </dgm:pt>
    <dgm:pt modelId="{207FB8CD-F722-4BD5-A239-9F0B09AE2942}" type="sibTrans" cxnId="{04EC8390-D91C-42FD-AD3F-95D9D61ABA61}">
      <dgm:prSet/>
      <dgm:spPr/>
      <dgm:t>
        <a:bodyPr/>
        <a:lstStyle/>
        <a:p>
          <a:endParaRPr lang="en-US"/>
        </a:p>
      </dgm:t>
    </dgm:pt>
    <dgm:pt modelId="{780AD60F-7B8C-465A-9EA8-AA118F8E0264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Capture Sectional Plan</a:t>
          </a:r>
        </a:p>
      </dgm:t>
    </dgm:pt>
    <dgm:pt modelId="{C21ED6F7-EEB6-40A4-B4C3-96CAEBE696B0}" type="parTrans" cxnId="{D07E7CFE-D307-450B-889E-78E1E4112FE2}">
      <dgm:prSet/>
      <dgm:spPr/>
      <dgm:t>
        <a:bodyPr/>
        <a:lstStyle/>
        <a:p>
          <a:endParaRPr lang="en-US"/>
        </a:p>
      </dgm:t>
    </dgm:pt>
    <dgm:pt modelId="{54758BA8-14B5-4079-AD57-57BAA7501C93}" type="sibTrans" cxnId="{D07E7CFE-D307-450B-889E-78E1E4112FE2}">
      <dgm:prSet/>
      <dgm:spPr/>
      <dgm:t>
        <a:bodyPr/>
        <a:lstStyle/>
        <a:p>
          <a:endParaRPr lang="en-US"/>
        </a:p>
      </dgm:t>
    </dgm:pt>
    <dgm:pt modelId="{D230B5B0-CE59-4DCA-8566-532DDDC848E4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Capture Header Information</a:t>
          </a:r>
        </a:p>
      </dgm:t>
    </dgm:pt>
    <dgm:pt modelId="{045536A9-A1DC-40E0-B363-0340D3F60C37}" type="parTrans" cxnId="{0B4182C5-B786-4759-BD86-D1EEC5C258E2}">
      <dgm:prSet/>
      <dgm:spPr/>
      <dgm:t>
        <a:bodyPr/>
        <a:lstStyle/>
        <a:p>
          <a:endParaRPr lang="en-US"/>
        </a:p>
      </dgm:t>
    </dgm:pt>
    <dgm:pt modelId="{E8AB2651-42F0-4C50-A616-5FD0D50C11C1}" type="sibTrans" cxnId="{0B4182C5-B786-4759-BD86-D1EEC5C258E2}">
      <dgm:prSet/>
      <dgm:spPr/>
      <dgm:t>
        <a:bodyPr/>
        <a:lstStyle/>
        <a:p>
          <a:endParaRPr lang="en-US"/>
        </a:p>
      </dgm:t>
    </dgm:pt>
    <dgm:pt modelId="{52D01430-79E3-41AB-B6EC-C31A99829515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Capture Numeric Data</a:t>
          </a:r>
        </a:p>
      </dgm:t>
    </dgm:pt>
    <dgm:pt modelId="{FE172AE6-2A42-4CE3-9C31-C7941487053A}" type="parTrans" cxnId="{14193CEC-EC54-41A3-B20A-5C55B5B80BAB}">
      <dgm:prSet/>
      <dgm:spPr/>
      <dgm:t>
        <a:bodyPr/>
        <a:lstStyle/>
        <a:p>
          <a:endParaRPr lang="en-US"/>
        </a:p>
      </dgm:t>
    </dgm:pt>
    <dgm:pt modelId="{3C831C6E-4B58-45C9-BB6F-8682EB6D8B4E}" type="sibTrans" cxnId="{14193CEC-EC54-41A3-B20A-5C55B5B80BAB}">
      <dgm:prSet/>
      <dgm:spPr/>
      <dgm:t>
        <a:bodyPr/>
        <a:lstStyle/>
        <a:p>
          <a:endParaRPr lang="en-US"/>
        </a:p>
      </dgm:t>
    </dgm:pt>
    <dgm:pt modelId="{520C782A-24FC-4663-B7F3-B1E54EF9BBFA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Produce Consistency Check report</a:t>
          </a:r>
        </a:p>
      </dgm:t>
    </dgm:pt>
    <dgm:pt modelId="{3BDE24C4-81F8-4E5C-8929-6F3E3D40F1A7}" type="parTrans" cxnId="{2ACDC103-0574-418E-95C0-AB81E46DF23D}">
      <dgm:prSet/>
      <dgm:spPr/>
      <dgm:t>
        <a:bodyPr/>
        <a:lstStyle/>
        <a:p>
          <a:endParaRPr lang="en-US"/>
        </a:p>
      </dgm:t>
    </dgm:pt>
    <dgm:pt modelId="{A9CD93A0-0CC6-4E3A-A2D4-4207DDDF8895}" type="sibTrans" cxnId="{2ACDC103-0574-418E-95C0-AB81E46DF23D}">
      <dgm:prSet/>
      <dgm:spPr/>
      <dgm:t>
        <a:bodyPr/>
        <a:lstStyle/>
        <a:p>
          <a:endParaRPr lang="en-US"/>
        </a:p>
      </dgm:t>
    </dgm:pt>
    <dgm:pt modelId="{4B81D00C-BE2A-4E30-B80B-FDC583EF0D5F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Numbering</a:t>
          </a:r>
        </a:p>
      </dgm:t>
    </dgm:pt>
    <dgm:pt modelId="{F74612C7-70D6-4E74-867C-C15257EA294B}" type="parTrans" cxnId="{CC1C7A3C-F65C-4D8C-9857-4178EDD5482D}">
      <dgm:prSet/>
      <dgm:spPr/>
      <dgm:t>
        <a:bodyPr/>
        <a:lstStyle/>
        <a:p>
          <a:endParaRPr lang="en-US"/>
        </a:p>
      </dgm:t>
    </dgm:pt>
    <dgm:pt modelId="{84756911-F455-47EE-B1AF-A67434D615CB}" type="sibTrans" cxnId="{CC1C7A3C-F65C-4D8C-9857-4178EDD5482D}">
      <dgm:prSet/>
      <dgm:spPr/>
      <dgm:t>
        <a:bodyPr/>
        <a:lstStyle/>
        <a:p>
          <a:endParaRPr lang="en-US"/>
        </a:p>
      </dgm:t>
    </dgm:pt>
    <dgm:pt modelId="{31DE207F-3C6F-49AD-890E-30A7F611D1E6}">
      <dgm:prSet phldrT="[Text]"/>
      <dgm:spPr>
        <a:solidFill>
          <a:srgbClr val="FFFF99"/>
        </a:solidFill>
      </dgm:spPr>
      <dgm:t>
        <a:bodyPr/>
        <a:lstStyle/>
        <a:p>
          <a:r>
            <a:rPr lang="en-US" dirty="0"/>
            <a:t>Noting</a:t>
          </a:r>
        </a:p>
      </dgm:t>
    </dgm:pt>
    <dgm:pt modelId="{6267A1E0-0E97-4243-9A84-B7F5FAFC70D0}" type="parTrans" cxnId="{36D2C0FE-171F-4E58-9788-06A6F9795694}">
      <dgm:prSet/>
      <dgm:spPr/>
      <dgm:t>
        <a:bodyPr/>
        <a:lstStyle/>
        <a:p>
          <a:endParaRPr lang="en-ZA"/>
        </a:p>
      </dgm:t>
    </dgm:pt>
    <dgm:pt modelId="{1101D88D-F3BA-4266-BE84-D6E572DE3718}" type="sibTrans" cxnId="{36D2C0FE-171F-4E58-9788-06A6F9795694}">
      <dgm:prSet/>
      <dgm:spPr/>
      <dgm:t>
        <a:bodyPr/>
        <a:lstStyle/>
        <a:p>
          <a:endParaRPr lang="en-ZA"/>
        </a:p>
      </dgm:t>
    </dgm:pt>
    <dgm:pt modelId="{79CDAF8E-56DA-40EC-B179-AC6DD7C738D8}">
      <dgm:prSet phldrT="[Text]"/>
      <dgm:spPr>
        <a:solidFill>
          <a:srgbClr val="FFFF99"/>
        </a:solidFill>
      </dgm:spPr>
      <dgm:t>
        <a:bodyPr/>
        <a:lstStyle/>
        <a:p>
          <a:r>
            <a:rPr lang="en-US"/>
            <a:t>Capture Boundary Data in Spatial &amp; Alpha Numeric</a:t>
          </a:r>
          <a:endParaRPr lang="en-US" dirty="0"/>
        </a:p>
      </dgm:t>
    </dgm:pt>
    <dgm:pt modelId="{B7F2F219-C18B-4DFF-BB6B-40DB79DA9CE8}" type="parTrans" cxnId="{DCBEDAD3-29C1-4101-AE6B-D490940E132F}">
      <dgm:prSet/>
      <dgm:spPr/>
      <dgm:t>
        <a:bodyPr/>
        <a:lstStyle/>
        <a:p>
          <a:endParaRPr lang="en-ZA"/>
        </a:p>
      </dgm:t>
    </dgm:pt>
    <dgm:pt modelId="{B919DF44-2EF4-4E59-BB51-CD42B5C7FFFB}" type="sibTrans" cxnId="{DCBEDAD3-29C1-4101-AE6B-D490940E132F}">
      <dgm:prSet/>
      <dgm:spPr/>
      <dgm:t>
        <a:bodyPr/>
        <a:lstStyle/>
        <a:p>
          <a:endParaRPr lang="en-ZA"/>
        </a:p>
      </dgm:t>
    </dgm:pt>
    <dgm:pt modelId="{57D6BA50-19D5-4872-847B-FEC2B2F43154}" type="pres">
      <dgm:prSet presAssocID="{4D4433A8-58F4-4FC4-B0EF-2A0B9229C13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237442-CF2E-4F31-84CA-8787E4339462}" type="pres">
      <dgm:prSet presAssocID="{962235ED-A557-46B0-943A-F2E2798D8857}" presName="root" presStyleCnt="0"/>
      <dgm:spPr/>
    </dgm:pt>
    <dgm:pt modelId="{DC9B3A86-5700-45D8-9EC1-700967D8DB21}" type="pres">
      <dgm:prSet presAssocID="{962235ED-A557-46B0-943A-F2E2798D8857}" presName="rootComposite" presStyleCnt="0"/>
      <dgm:spPr/>
    </dgm:pt>
    <dgm:pt modelId="{07F679B5-2EE3-4EF1-8E6E-A2CD7392E3C6}" type="pres">
      <dgm:prSet presAssocID="{962235ED-A557-46B0-943A-F2E2798D8857}" presName="rootText" presStyleLbl="node1" presStyleIdx="0" presStyleCnt="8"/>
      <dgm:spPr/>
    </dgm:pt>
    <dgm:pt modelId="{D2203403-7696-43E4-B6C6-93BAA3FA7EF1}" type="pres">
      <dgm:prSet presAssocID="{962235ED-A557-46B0-943A-F2E2798D8857}" presName="rootConnector" presStyleLbl="node1" presStyleIdx="0" presStyleCnt="8"/>
      <dgm:spPr/>
    </dgm:pt>
    <dgm:pt modelId="{560FBEE4-3E28-4E40-A821-A8AB735C59F4}" type="pres">
      <dgm:prSet presAssocID="{962235ED-A557-46B0-943A-F2E2798D8857}" presName="childShape" presStyleCnt="0"/>
      <dgm:spPr/>
    </dgm:pt>
    <dgm:pt modelId="{2939572B-5D56-422A-9B28-34C1A75D338A}" type="pres">
      <dgm:prSet presAssocID="{66D44DD9-D439-484C-B85B-8C1EBA5ACE75}" presName="Name13" presStyleLbl="parChTrans1D2" presStyleIdx="0" presStyleCnt="30"/>
      <dgm:spPr/>
    </dgm:pt>
    <dgm:pt modelId="{8DABC8A1-F321-4D53-883A-EDA55482A944}" type="pres">
      <dgm:prSet presAssocID="{A400B8B4-C455-4F4F-A98A-8771178A71E9}" presName="childText" presStyleLbl="bgAcc1" presStyleIdx="0" presStyleCnt="30">
        <dgm:presLayoutVars>
          <dgm:bulletEnabled val="1"/>
        </dgm:presLayoutVars>
      </dgm:prSet>
      <dgm:spPr/>
    </dgm:pt>
    <dgm:pt modelId="{FF1E45F5-E70F-4D5A-9E59-3C45D60458F1}" type="pres">
      <dgm:prSet presAssocID="{4088DE1E-45C3-45A0-AEA8-BAFCD268CBC8}" presName="root" presStyleCnt="0"/>
      <dgm:spPr/>
    </dgm:pt>
    <dgm:pt modelId="{D25E44CD-0C4E-4F85-A50A-46FF1F14E319}" type="pres">
      <dgm:prSet presAssocID="{4088DE1E-45C3-45A0-AEA8-BAFCD268CBC8}" presName="rootComposite" presStyleCnt="0"/>
      <dgm:spPr/>
    </dgm:pt>
    <dgm:pt modelId="{B86C1B73-7C48-420F-80AC-E88A34EC3885}" type="pres">
      <dgm:prSet presAssocID="{4088DE1E-45C3-45A0-AEA8-BAFCD268CBC8}" presName="rootText" presStyleLbl="node1" presStyleIdx="1" presStyleCnt="8"/>
      <dgm:spPr/>
    </dgm:pt>
    <dgm:pt modelId="{C45C27E6-7778-42DB-B16B-CCD29B7861F5}" type="pres">
      <dgm:prSet presAssocID="{4088DE1E-45C3-45A0-AEA8-BAFCD268CBC8}" presName="rootConnector" presStyleLbl="node1" presStyleIdx="1" presStyleCnt="8"/>
      <dgm:spPr/>
    </dgm:pt>
    <dgm:pt modelId="{F8F0B88F-F759-493F-9688-4FB304F58A4D}" type="pres">
      <dgm:prSet presAssocID="{4088DE1E-45C3-45A0-AEA8-BAFCD268CBC8}" presName="childShape" presStyleCnt="0"/>
      <dgm:spPr/>
    </dgm:pt>
    <dgm:pt modelId="{93254664-546A-4C5C-B2D0-2B5ADAEE8171}" type="pres">
      <dgm:prSet presAssocID="{D4EF31BF-64ED-4E0C-8400-2A21B6729322}" presName="Name13" presStyleLbl="parChTrans1D2" presStyleIdx="1" presStyleCnt="30"/>
      <dgm:spPr/>
    </dgm:pt>
    <dgm:pt modelId="{C797BEC8-AD63-4703-88C2-36C0C0C2362B}" type="pres">
      <dgm:prSet presAssocID="{0CA8EC8A-9ACD-440F-8E9A-8D39287C8968}" presName="childText" presStyleLbl="bgAcc1" presStyleIdx="1" presStyleCnt="30">
        <dgm:presLayoutVars>
          <dgm:bulletEnabled val="1"/>
        </dgm:presLayoutVars>
      </dgm:prSet>
      <dgm:spPr/>
    </dgm:pt>
    <dgm:pt modelId="{47C53E85-C439-46BA-B6F0-31F67D74A7CF}" type="pres">
      <dgm:prSet presAssocID="{00BDA92F-B604-4A76-BF1B-A5FCF6482100}" presName="Name13" presStyleLbl="parChTrans1D2" presStyleIdx="2" presStyleCnt="30"/>
      <dgm:spPr/>
    </dgm:pt>
    <dgm:pt modelId="{50BD1128-6C1C-4ABA-B3A4-6D8AC1174B15}" type="pres">
      <dgm:prSet presAssocID="{2E7C4AF5-DD42-4CF2-BDD7-1BEC9B5A3476}" presName="childText" presStyleLbl="bgAcc1" presStyleIdx="2" presStyleCnt="30">
        <dgm:presLayoutVars>
          <dgm:bulletEnabled val="1"/>
        </dgm:presLayoutVars>
      </dgm:prSet>
      <dgm:spPr/>
    </dgm:pt>
    <dgm:pt modelId="{CEF962F3-12D6-43E8-B259-48590E6F4485}" type="pres">
      <dgm:prSet presAssocID="{DFCC4BFF-465A-4E26-8727-18641F9FC1A1}" presName="Name13" presStyleLbl="parChTrans1D2" presStyleIdx="3" presStyleCnt="30"/>
      <dgm:spPr/>
    </dgm:pt>
    <dgm:pt modelId="{A34023EE-03C6-4F9E-843B-B1399C6676D0}" type="pres">
      <dgm:prSet presAssocID="{D77E1082-4309-451D-9FBC-AF1A46C6D748}" presName="childText" presStyleLbl="bgAcc1" presStyleIdx="3" presStyleCnt="30">
        <dgm:presLayoutVars>
          <dgm:bulletEnabled val="1"/>
        </dgm:presLayoutVars>
      </dgm:prSet>
      <dgm:spPr/>
    </dgm:pt>
    <dgm:pt modelId="{DECD3334-1515-4B8D-9897-D2EA646E2B03}" type="pres">
      <dgm:prSet presAssocID="{C4E34CE5-8DAB-4014-9F61-5A47FD1A5B6B}" presName="Name13" presStyleLbl="parChTrans1D2" presStyleIdx="4" presStyleCnt="30"/>
      <dgm:spPr/>
    </dgm:pt>
    <dgm:pt modelId="{433C1C0E-AC50-4C9B-9AC1-307B780D2C44}" type="pres">
      <dgm:prSet presAssocID="{03E7FD69-2A8B-45D1-B33D-6E6159F52C70}" presName="childText" presStyleLbl="bgAcc1" presStyleIdx="4" presStyleCnt="30">
        <dgm:presLayoutVars>
          <dgm:bulletEnabled val="1"/>
        </dgm:presLayoutVars>
      </dgm:prSet>
      <dgm:spPr/>
    </dgm:pt>
    <dgm:pt modelId="{4F056781-6671-42B7-BA88-25502755FFBD}" type="pres">
      <dgm:prSet presAssocID="{7BF93BD8-579A-4C20-9168-548D4AC03C0C}" presName="Name13" presStyleLbl="parChTrans1D2" presStyleIdx="5" presStyleCnt="30"/>
      <dgm:spPr/>
    </dgm:pt>
    <dgm:pt modelId="{67C8F6D0-2A70-4064-BF87-FF3146A4E679}" type="pres">
      <dgm:prSet presAssocID="{EF7EA87B-B5FC-4C84-A1CF-89483AAE9A83}" presName="childText" presStyleLbl="bgAcc1" presStyleIdx="5" presStyleCnt="30">
        <dgm:presLayoutVars>
          <dgm:bulletEnabled val="1"/>
        </dgm:presLayoutVars>
      </dgm:prSet>
      <dgm:spPr/>
    </dgm:pt>
    <dgm:pt modelId="{11AFE92B-579C-421A-B66B-B84B3A21803A}" type="pres">
      <dgm:prSet presAssocID="{39B834A3-9E17-4BE3-ABDA-DDFFFF012F72}" presName="Name13" presStyleLbl="parChTrans1D2" presStyleIdx="6" presStyleCnt="30"/>
      <dgm:spPr/>
    </dgm:pt>
    <dgm:pt modelId="{590DB56E-1FD8-42ED-BAA4-DD9D496C9DF1}" type="pres">
      <dgm:prSet presAssocID="{60A271DF-662F-40A7-AAED-AFBFE39AFB58}" presName="childText" presStyleLbl="bgAcc1" presStyleIdx="6" presStyleCnt="30">
        <dgm:presLayoutVars>
          <dgm:bulletEnabled val="1"/>
        </dgm:presLayoutVars>
      </dgm:prSet>
      <dgm:spPr/>
    </dgm:pt>
    <dgm:pt modelId="{EE8630B6-1577-44DE-B1DD-E5E62EB1C386}" type="pres">
      <dgm:prSet presAssocID="{167409C3-40E8-4C2B-B6C1-0F16A2D51B85}" presName="root" presStyleCnt="0"/>
      <dgm:spPr/>
    </dgm:pt>
    <dgm:pt modelId="{F2E4D620-13D8-41B4-911E-AADE5C883C1A}" type="pres">
      <dgm:prSet presAssocID="{167409C3-40E8-4C2B-B6C1-0F16A2D51B85}" presName="rootComposite" presStyleCnt="0"/>
      <dgm:spPr/>
    </dgm:pt>
    <dgm:pt modelId="{260F4F0E-FEDF-4E58-9EBB-389EC6276032}" type="pres">
      <dgm:prSet presAssocID="{167409C3-40E8-4C2B-B6C1-0F16A2D51B85}" presName="rootText" presStyleLbl="node1" presStyleIdx="2" presStyleCnt="8"/>
      <dgm:spPr/>
    </dgm:pt>
    <dgm:pt modelId="{40732002-E189-449F-B6A6-5C4188F7F2DF}" type="pres">
      <dgm:prSet presAssocID="{167409C3-40E8-4C2B-B6C1-0F16A2D51B85}" presName="rootConnector" presStyleLbl="node1" presStyleIdx="2" presStyleCnt="8"/>
      <dgm:spPr/>
    </dgm:pt>
    <dgm:pt modelId="{11B51C43-E26D-4DCB-B64A-2F0A20882FF1}" type="pres">
      <dgm:prSet presAssocID="{167409C3-40E8-4C2B-B6C1-0F16A2D51B85}" presName="childShape" presStyleCnt="0"/>
      <dgm:spPr/>
    </dgm:pt>
    <dgm:pt modelId="{A6936042-63BC-4768-85BF-D19549B5D02B}" type="pres">
      <dgm:prSet presAssocID="{A9E0BE80-980C-4D96-AC98-6EEA4A025ECE}" presName="Name13" presStyleLbl="parChTrans1D2" presStyleIdx="7" presStyleCnt="30"/>
      <dgm:spPr/>
    </dgm:pt>
    <dgm:pt modelId="{6E57061C-2717-4546-B531-B60175AE71EC}" type="pres">
      <dgm:prSet presAssocID="{827F6A0E-B5B0-4B1C-99D3-B95AB9F2DF57}" presName="childText" presStyleLbl="bgAcc1" presStyleIdx="7" presStyleCnt="30">
        <dgm:presLayoutVars>
          <dgm:bulletEnabled val="1"/>
        </dgm:presLayoutVars>
      </dgm:prSet>
      <dgm:spPr/>
    </dgm:pt>
    <dgm:pt modelId="{66317A17-1B85-401D-A1D2-30743D2E2BBA}" type="pres">
      <dgm:prSet presAssocID="{F74612C7-70D6-4E74-867C-C15257EA294B}" presName="Name13" presStyleLbl="parChTrans1D2" presStyleIdx="8" presStyleCnt="30"/>
      <dgm:spPr/>
    </dgm:pt>
    <dgm:pt modelId="{EA9809D9-B50A-4D50-91CD-522CDA52FE02}" type="pres">
      <dgm:prSet presAssocID="{4B81D00C-BE2A-4E30-B80B-FDC583EF0D5F}" presName="childText" presStyleLbl="bgAcc1" presStyleIdx="8" presStyleCnt="30">
        <dgm:presLayoutVars>
          <dgm:bulletEnabled val="1"/>
        </dgm:presLayoutVars>
      </dgm:prSet>
      <dgm:spPr/>
    </dgm:pt>
    <dgm:pt modelId="{69937B6B-2C27-40BC-AA35-2E8DB735534F}" type="pres">
      <dgm:prSet presAssocID="{92E71353-96E4-44AF-980F-4CE637277307}" presName="root" presStyleCnt="0"/>
      <dgm:spPr/>
    </dgm:pt>
    <dgm:pt modelId="{15F53963-0586-4A3A-92F9-1CD63CC8ACE1}" type="pres">
      <dgm:prSet presAssocID="{92E71353-96E4-44AF-980F-4CE637277307}" presName="rootComposite" presStyleCnt="0"/>
      <dgm:spPr/>
    </dgm:pt>
    <dgm:pt modelId="{83B786A0-3A58-4E96-9005-843DAE2880EA}" type="pres">
      <dgm:prSet presAssocID="{92E71353-96E4-44AF-980F-4CE637277307}" presName="rootText" presStyleLbl="node1" presStyleIdx="3" presStyleCnt="8"/>
      <dgm:spPr/>
    </dgm:pt>
    <dgm:pt modelId="{F74933DB-291D-471A-96F3-E754249528D4}" type="pres">
      <dgm:prSet presAssocID="{92E71353-96E4-44AF-980F-4CE637277307}" presName="rootConnector" presStyleLbl="node1" presStyleIdx="3" presStyleCnt="8"/>
      <dgm:spPr/>
    </dgm:pt>
    <dgm:pt modelId="{74ABB8BE-3C30-4478-A92E-737810259FFF}" type="pres">
      <dgm:prSet presAssocID="{92E71353-96E4-44AF-980F-4CE637277307}" presName="childShape" presStyleCnt="0"/>
      <dgm:spPr/>
    </dgm:pt>
    <dgm:pt modelId="{410BD888-3EA2-4CB5-BD45-2E427B867C58}" type="pres">
      <dgm:prSet presAssocID="{5BFFFFCA-B512-4FDA-ABC2-021A5189CC25}" presName="Name13" presStyleLbl="parChTrans1D2" presStyleIdx="9" presStyleCnt="30"/>
      <dgm:spPr/>
    </dgm:pt>
    <dgm:pt modelId="{77A1D505-2DF7-43DC-BE14-7F6E9D72D8E3}" type="pres">
      <dgm:prSet presAssocID="{C6F4026E-6FB7-4DE7-B9CA-B5A0E7899D00}" presName="childText" presStyleLbl="bgAcc1" presStyleIdx="9" presStyleCnt="30">
        <dgm:presLayoutVars>
          <dgm:bulletEnabled val="1"/>
        </dgm:presLayoutVars>
      </dgm:prSet>
      <dgm:spPr/>
    </dgm:pt>
    <dgm:pt modelId="{729382CD-8B46-4434-BC3F-FFFC26E886B7}" type="pres">
      <dgm:prSet presAssocID="{128FA247-749E-406D-BD50-4D2FFB2A284D}" presName="Name13" presStyleLbl="parChTrans1D2" presStyleIdx="10" presStyleCnt="30"/>
      <dgm:spPr/>
    </dgm:pt>
    <dgm:pt modelId="{08C2D977-BB05-4550-984C-015B50ED4F32}" type="pres">
      <dgm:prSet presAssocID="{F4A497A2-F333-4A60-B210-415BFBD654D3}" presName="childText" presStyleLbl="bgAcc1" presStyleIdx="10" presStyleCnt="30">
        <dgm:presLayoutVars>
          <dgm:bulletEnabled val="1"/>
        </dgm:presLayoutVars>
      </dgm:prSet>
      <dgm:spPr/>
    </dgm:pt>
    <dgm:pt modelId="{344612A8-18B0-4F94-AE05-FDCAFB95AAB6}" type="pres">
      <dgm:prSet presAssocID="{A79EF838-0383-4E9B-A1A5-F52E2ED78DF0}" presName="Name13" presStyleLbl="parChTrans1D2" presStyleIdx="11" presStyleCnt="30"/>
      <dgm:spPr/>
    </dgm:pt>
    <dgm:pt modelId="{0C9FEFF8-6ACC-47EF-9910-F37729AC5971}" type="pres">
      <dgm:prSet presAssocID="{4D970B22-E596-47C4-8F3B-45799FDAE79E}" presName="childText" presStyleLbl="bgAcc1" presStyleIdx="11" presStyleCnt="30">
        <dgm:presLayoutVars>
          <dgm:bulletEnabled val="1"/>
        </dgm:presLayoutVars>
      </dgm:prSet>
      <dgm:spPr/>
    </dgm:pt>
    <dgm:pt modelId="{F61156A0-270A-4ACF-A4C5-12B221B6A57B}" type="pres">
      <dgm:prSet presAssocID="{1988B74C-AEAD-4087-AC38-58D573FE307C}" presName="root" presStyleCnt="0"/>
      <dgm:spPr/>
    </dgm:pt>
    <dgm:pt modelId="{9FC202C9-DC7C-493E-8531-25E47CC8077B}" type="pres">
      <dgm:prSet presAssocID="{1988B74C-AEAD-4087-AC38-58D573FE307C}" presName="rootComposite" presStyleCnt="0"/>
      <dgm:spPr/>
    </dgm:pt>
    <dgm:pt modelId="{9BEBB5E7-C704-4016-869C-953B84609848}" type="pres">
      <dgm:prSet presAssocID="{1988B74C-AEAD-4087-AC38-58D573FE307C}" presName="rootText" presStyleLbl="node1" presStyleIdx="4" presStyleCnt="8"/>
      <dgm:spPr/>
    </dgm:pt>
    <dgm:pt modelId="{F3C66090-519D-4782-9709-093AED0A9E57}" type="pres">
      <dgm:prSet presAssocID="{1988B74C-AEAD-4087-AC38-58D573FE307C}" presName="rootConnector" presStyleLbl="node1" presStyleIdx="4" presStyleCnt="8"/>
      <dgm:spPr/>
    </dgm:pt>
    <dgm:pt modelId="{245506FA-0444-4FC2-B251-1F92BBDC5F2B}" type="pres">
      <dgm:prSet presAssocID="{1988B74C-AEAD-4087-AC38-58D573FE307C}" presName="childShape" presStyleCnt="0"/>
      <dgm:spPr/>
    </dgm:pt>
    <dgm:pt modelId="{D7B6265F-D28D-450F-A708-3A405A2618DB}" type="pres">
      <dgm:prSet presAssocID="{BF3758E5-7F22-440B-AB6D-75737F640816}" presName="Name13" presStyleLbl="parChTrans1D2" presStyleIdx="12" presStyleCnt="30"/>
      <dgm:spPr/>
    </dgm:pt>
    <dgm:pt modelId="{83279F6E-6196-4BCC-8AE9-EAB2390FFBB4}" type="pres">
      <dgm:prSet presAssocID="{66BC1D5D-7582-4A99-9A46-9DF9E6B4A032}" presName="childText" presStyleLbl="bgAcc1" presStyleIdx="12" presStyleCnt="30">
        <dgm:presLayoutVars>
          <dgm:bulletEnabled val="1"/>
        </dgm:presLayoutVars>
      </dgm:prSet>
      <dgm:spPr/>
    </dgm:pt>
    <dgm:pt modelId="{7E5948D4-E30C-431D-9A8B-A2A4313F0E22}" type="pres">
      <dgm:prSet presAssocID="{4D4A41C8-6F30-468F-93D3-43A971CB9137}" presName="Name13" presStyleLbl="parChTrans1D2" presStyleIdx="13" presStyleCnt="30"/>
      <dgm:spPr/>
    </dgm:pt>
    <dgm:pt modelId="{D9059628-8BC7-4753-BC34-C14A9902F81E}" type="pres">
      <dgm:prSet presAssocID="{C8650B5B-4041-421B-BEE6-1CDC35202EEA}" presName="childText" presStyleLbl="bgAcc1" presStyleIdx="13" presStyleCnt="30">
        <dgm:presLayoutVars>
          <dgm:bulletEnabled val="1"/>
        </dgm:presLayoutVars>
      </dgm:prSet>
      <dgm:spPr/>
    </dgm:pt>
    <dgm:pt modelId="{C1B74DBF-07AD-4075-9475-BBFD6B4D2C85}" type="pres">
      <dgm:prSet presAssocID="{B88CA0F5-4174-4B55-959C-E8189FB5E41C}" presName="Name13" presStyleLbl="parChTrans1D2" presStyleIdx="14" presStyleCnt="30"/>
      <dgm:spPr/>
    </dgm:pt>
    <dgm:pt modelId="{AACE1C37-BF6A-4FD5-BB00-FB346726303A}" type="pres">
      <dgm:prSet presAssocID="{FCB0D21D-6FA2-4AC5-A990-00863461109B}" presName="childText" presStyleLbl="bgAcc1" presStyleIdx="14" presStyleCnt="30">
        <dgm:presLayoutVars>
          <dgm:bulletEnabled val="1"/>
        </dgm:presLayoutVars>
      </dgm:prSet>
      <dgm:spPr/>
    </dgm:pt>
    <dgm:pt modelId="{897B28A2-05AF-411C-A4F8-14CB111ED3DC}" type="pres">
      <dgm:prSet presAssocID="{B47988E7-78F1-4102-86EF-0395C9241BDE}" presName="Name13" presStyleLbl="parChTrans1D2" presStyleIdx="15" presStyleCnt="30"/>
      <dgm:spPr/>
    </dgm:pt>
    <dgm:pt modelId="{1EFCF9F1-C2AC-4860-A8EC-104824BA6515}" type="pres">
      <dgm:prSet presAssocID="{8A789704-8202-4C89-9D0C-99F8231C3291}" presName="childText" presStyleLbl="bgAcc1" presStyleIdx="15" presStyleCnt="30">
        <dgm:presLayoutVars>
          <dgm:bulletEnabled val="1"/>
        </dgm:presLayoutVars>
      </dgm:prSet>
      <dgm:spPr/>
    </dgm:pt>
    <dgm:pt modelId="{813499BB-061B-4827-9DE2-7AB5050F7203}" type="pres">
      <dgm:prSet presAssocID="{4B215143-5DB9-423D-AF70-C3B542895F8A}" presName="root" presStyleCnt="0"/>
      <dgm:spPr/>
    </dgm:pt>
    <dgm:pt modelId="{750C14E4-BA5E-4888-95BB-B151A4C588C4}" type="pres">
      <dgm:prSet presAssocID="{4B215143-5DB9-423D-AF70-C3B542895F8A}" presName="rootComposite" presStyleCnt="0"/>
      <dgm:spPr/>
    </dgm:pt>
    <dgm:pt modelId="{6D199B55-1456-445D-BF2B-7D9E2E040D9F}" type="pres">
      <dgm:prSet presAssocID="{4B215143-5DB9-423D-AF70-C3B542895F8A}" presName="rootText" presStyleLbl="node1" presStyleIdx="5" presStyleCnt="8"/>
      <dgm:spPr/>
    </dgm:pt>
    <dgm:pt modelId="{0F41B337-9DB3-498A-A573-C41712A976F0}" type="pres">
      <dgm:prSet presAssocID="{4B215143-5DB9-423D-AF70-C3B542895F8A}" presName="rootConnector" presStyleLbl="node1" presStyleIdx="5" presStyleCnt="8"/>
      <dgm:spPr/>
    </dgm:pt>
    <dgm:pt modelId="{168D2A3F-C7EE-4515-B57A-CD97B45F8D77}" type="pres">
      <dgm:prSet presAssocID="{4B215143-5DB9-423D-AF70-C3B542895F8A}" presName="childShape" presStyleCnt="0"/>
      <dgm:spPr/>
    </dgm:pt>
    <dgm:pt modelId="{48B66715-CA22-4D02-8EF4-6E3B12F0A406}" type="pres">
      <dgm:prSet presAssocID="{C21ED6F7-EEB6-40A4-B4C3-96CAEBE696B0}" presName="Name13" presStyleLbl="parChTrans1D2" presStyleIdx="16" presStyleCnt="30"/>
      <dgm:spPr/>
    </dgm:pt>
    <dgm:pt modelId="{E211FADB-B350-4858-9442-206B25C1B866}" type="pres">
      <dgm:prSet presAssocID="{780AD60F-7B8C-465A-9EA8-AA118F8E0264}" presName="childText" presStyleLbl="bgAcc1" presStyleIdx="16" presStyleCnt="30">
        <dgm:presLayoutVars>
          <dgm:bulletEnabled val="1"/>
        </dgm:presLayoutVars>
      </dgm:prSet>
      <dgm:spPr/>
    </dgm:pt>
    <dgm:pt modelId="{B2A929E1-FA05-466B-B434-027E869B6FD2}" type="pres">
      <dgm:prSet presAssocID="{045536A9-A1DC-40E0-B363-0340D3F60C37}" presName="Name13" presStyleLbl="parChTrans1D2" presStyleIdx="17" presStyleCnt="30"/>
      <dgm:spPr/>
    </dgm:pt>
    <dgm:pt modelId="{59A2AA9C-386C-4738-8AC0-55D33FC64CC7}" type="pres">
      <dgm:prSet presAssocID="{D230B5B0-CE59-4DCA-8566-532DDDC848E4}" presName="childText" presStyleLbl="bgAcc1" presStyleIdx="17" presStyleCnt="30">
        <dgm:presLayoutVars>
          <dgm:bulletEnabled val="1"/>
        </dgm:presLayoutVars>
      </dgm:prSet>
      <dgm:spPr/>
    </dgm:pt>
    <dgm:pt modelId="{2D1364E5-FF7B-472C-B293-F0753108FFE1}" type="pres">
      <dgm:prSet presAssocID="{FE172AE6-2A42-4CE3-9C31-C7941487053A}" presName="Name13" presStyleLbl="parChTrans1D2" presStyleIdx="18" presStyleCnt="30"/>
      <dgm:spPr/>
    </dgm:pt>
    <dgm:pt modelId="{5E0539DD-06F8-4623-8D08-C96B02107D12}" type="pres">
      <dgm:prSet presAssocID="{52D01430-79E3-41AB-B6EC-C31A99829515}" presName="childText" presStyleLbl="bgAcc1" presStyleIdx="18" presStyleCnt="30">
        <dgm:presLayoutVars>
          <dgm:bulletEnabled val="1"/>
        </dgm:presLayoutVars>
      </dgm:prSet>
      <dgm:spPr/>
    </dgm:pt>
    <dgm:pt modelId="{1CA210DB-A959-49D3-ACC7-CAA10BE728F8}" type="pres">
      <dgm:prSet presAssocID="{3BDE24C4-81F8-4E5C-8929-6F3E3D40F1A7}" presName="Name13" presStyleLbl="parChTrans1D2" presStyleIdx="19" presStyleCnt="30"/>
      <dgm:spPr/>
    </dgm:pt>
    <dgm:pt modelId="{1D0BA206-7D13-414B-AAF5-3959F09435F8}" type="pres">
      <dgm:prSet presAssocID="{520C782A-24FC-4663-B7F3-B1E54EF9BBFA}" presName="childText" presStyleLbl="bgAcc1" presStyleIdx="19" presStyleCnt="30">
        <dgm:presLayoutVars>
          <dgm:bulletEnabled val="1"/>
        </dgm:presLayoutVars>
      </dgm:prSet>
      <dgm:spPr/>
    </dgm:pt>
    <dgm:pt modelId="{54E6591B-A9E8-4C5E-87E2-1C5426D035A6}" type="pres">
      <dgm:prSet presAssocID="{B7F2F219-C18B-4DFF-BB6B-40DB79DA9CE8}" presName="Name13" presStyleLbl="parChTrans1D2" presStyleIdx="20" presStyleCnt="30"/>
      <dgm:spPr/>
    </dgm:pt>
    <dgm:pt modelId="{3FCC3207-4019-4EAC-9C92-3C5E3784510B}" type="pres">
      <dgm:prSet presAssocID="{79CDAF8E-56DA-40EC-B179-AC6DD7C738D8}" presName="childText" presStyleLbl="bgAcc1" presStyleIdx="20" presStyleCnt="30">
        <dgm:presLayoutVars>
          <dgm:bulletEnabled val="1"/>
        </dgm:presLayoutVars>
      </dgm:prSet>
      <dgm:spPr/>
    </dgm:pt>
    <dgm:pt modelId="{66533BE4-189A-40DB-B333-8F48454E422D}" type="pres">
      <dgm:prSet presAssocID="{86F2707B-055B-4DF1-A0F3-6AFBFA15899A}" presName="root" presStyleCnt="0"/>
      <dgm:spPr/>
    </dgm:pt>
    <dgm:pt modelId="{5A5F12D4-471C-4542-ADF8-DFD622A1F94D}" type="pres">
      <dgm:prSet presAssocID="{86F2707B-055B-4DF1-A0F3-6AFBFA15899A}" presName="rootComposite" presStyleCnt="0"/>
      <dgm:spPr/>
    </dgm:pt>
    <dgm:pt modelId="{0D43CCA4-5474-464C-99C9-12C0FE229990}" type="pres">
      <dgm:prSet presAssocID="{86F2707B-055B-4DF1-A0F3-6AFBFA15899A}" presName="rootText" presStyleLbl="node1" presStyleIdx="6" presStyleCnt="8"/>
      <dgm:spPr/>
    </dgm:pt>
    <dgm:pt modelId="{1EB7969C-071D-4B90-A1E7-E30D66FDAFA6}" type="pres">
      <dgm:prSet presAssocID="{86F2707B-055B-4DF1-A0F3-6AFBFA15899A}" presName="rootConnector" presStyleLbl="node1" presStyleIdx="6" presStyleCnt="8"/>
      <dgm:spPr/>
    </dgm:pt>
    <dgm:pt modelId="{22C62D49-E58D-4D63-B920-041560D8F9A0}" type="pres">
      <dgm:prSet presAssocID="{86F2707B-055B-4DF1-A0F3-6AFBFA15899A}" presName="childShape" presStyleCnt="0"/>
      <dgm:spPr/>
    </dgm:pt>
    <dgm:pt modelId="{3F21028E-42F8-444A-A033-BDC9FBAAE140}" type="pres">
      <dgm:prSet presAssocID="{7B6CC294-040B-4E13-9EDC-35FE15D89F24}" presName="Name13" presStyleLbl="parChTrans1D2" presStyleIdx="21" presStyleCnt="30"/>
      <dgm:spPr/>
    </dgm:pt>
    <dgm:pt modelId="{01F8E771-01AA-43B3-A56E-2803B1A28791}" type="pres">
      <dgm:prSet presAssocID="{6BA4FA74-955F-4037-A08A-4BE50A997FD0}" presName="childText" presStyleLbl="bgAcc1" presStyleIdx="21" presStyleCnt="30">
        <dgm:presLayoutVars>
          <dgm:bulletEnabled val="1"/>
        </dgm:presLayoutVars>
      </dgm:prSet>
      <dgm:spPr/>
    </dgm:pt>
    <dgm:pt modelId="{F045E2D1-C930-4657-AFBD-B54B05310B75}" type="pres">
      <dgm:prSet presAssocID="{368A8C97-8B14-4681-B02B-9B398D2A73EE}" presName="Name13" presStyleLbl="parChTrans1D2" presStyleIdx="22" presStyleCnt="30"/>
      <dgm:spPr/>
    </dgm:pt>
    <dgm:pt modelId="{2607B35C-ACB2-454D-8F51-CD06B3C45C9A}" type="pres">
      <dgm:prSet presAssocID="{A4C2D8CD-847F-4523-A504-C63354536353}" presName="childText" presStyleLbl="bgAcc1" presStyleIdx="22" presStyleCnt="30">
        <dgm:presLayoutVars>
          <dgm:bulletEnabled val="1"/>
        </dgm:presLayoutVars>
      </dgm:prSet>
      <dgm:spPr/>
    </dgm:pt>
    <dgm:pt modelId="{5CD83093-7D64-4A9E-8198-2816C5CA3BBA}" type="pres">
      <dgm:prSet presAssocID="{530F83DD-0055-4096-B803-E7EA4E58B512}" presName="Name13" presStyleLbl="parChTrans1D2" presStyleIdx="23" presStyleCnt="30"/>
      <dgm:spPr/>
    </dgm:pt>
    <dgm:pt modelId="{30A31D10-B255-4104-A053-BC0527946D93}" type="pres">
      <dgm:prSet presAssocID="{0F354201-0C1A-4A4A-8F42-915923582DAB}" presName="childText" presStyleLbl="bgAcc1" presStyleIdx="23" presStyleCnt="30">
        <dgm:presLayoutVars>
          <dgm:bulletEnabled val="1"/>
        </dgm:presLayoutVars>
      </dgm:prSet>
      <dgm:spPr/>
    </dgm:pt>
    <dgm:pt modelId="{4F7953B1-8E45-4EF5-808F-FA112CC2B6E1}" type="pres">
      <dgm:prSet presAssocID="{B68EB5BD-F059-4D67-A5CF-54CA698034C7}" presName="Name13" presStyleLbl="parChTrans1D2" presStyleIdx="24" presStyleCnt="30"/>
      <dgm:spPr/>
    </dgm:pt>
    <dgm:pt modelId="{12431A66-AE2A-49E9-99F4-256A54F54DF1}" type="pres">
      <dgm:prSet presAssocID="{BA7FB0E5-69B9-4739-BF9D-CB65CAD8B7B0}" presName="childText" presStyleLbl="bgAcc1" presStyleIdx="24" presStyleCnt="30">
        <dgm:presLayoutVars>
          <dgm:bulletEnabled val="1"/>
        </dgm:presLayoutVars>
      </dgm:prSet>
      <dgm:spPr/>
    </dgm:pt>
    <dgm:pt modelId="{D91A679B-94E6-49C1-86AF-496686951136}" type="pres">
      <dgm:prSet presAssocID="{6267A1E0-0E97-4243-9A84-B7F5FAFC70D0}" presName="Name13" presStyleLbl="parChTrans1D2" presStyleIdx="25" presStyleCnt="30"/>
      <dgm:spPr/>
    </dgm:pt>
    <dgm:pt modelId="{6AA8D02B-5059-4B0F-BB36-C45E40BCE7D8}" type="pres">
      <dgm:prSet presAssocID="{31DE207F-3C6F-49AD-890E-30A7F611D1E6}" presName="childText" presStyleLbl="bgAcc1" presStyleIdx="25" presStyleCnt="30">
        <dgm:presLayoutVars>
          <dgm:bulletEnabled val="1"/>
        </dgm:presLayoutVars>
      </dgm:prSet>
      <dgm:spPr/>
    </dgm:pt>
    <dgm:pt modelId="{33A5D721-8BC6-499A-B9EE-B038F3C6AA81}" type="pres">
      <dgm:prSet presAssocID="{C7F602D1-2125-47F3-B188-0BD44B2A05AB}" presName="root" presStyleCnt="0"/>
      <dgm:spPr/>
    </dgm:pt>
    <dgm:pt modelId="{CE93E32C-F51F-4361-B087-9A42B2A81DAA}" type="pres">
      <dgm:prSet presAssocID="{C7F602D1-2125-47F3-B188-0BD44B2A05AB}" presName="rootComposite" presStyleCnt="0"/>
      <dgm:spPr/>
    </dgm:pt>
    <dgm:pt modelId="{01BDE3AF-7868-452A-BBEA-77E57C4DC04A}" type="pres">
      <dgm:prSet presAssocID="{C7F602D1-2125-47F3-B188-0BD44B2A05AB}" presName="rootText" presStyleLbl="node1" presStyleIdx="7" presStyleCnt="8"/>
      <dgm:spPr/>
    </dgm:pt>
    <dgm:pt modelId="{516A0880-BB3C-4C64-B51A-E9901CBADF36}" type="pres">
      <dgm:prSet presAssocID="{C7F602D1-2125-47F3-B188-0BD44B2A05AB}" presName="rootConnector" presStyleLbl="node1" presStyleIdx="7" presStyleCnt="8"/>
      <dgm:spPr/>
    </dgm:pt>
    <dgm:pt modelId="{FB7E83B7-2370-458E-AFF7-81286F2A7F23}" type="pres">
      <dgm:prSet presAssocID="{C7F602D1-2125-47F3-B188-0BD44B2A05AB}" presName="childShape" presStyleCnt="0"/>
      <dgm:spPr/>
    </dgm:pt>
    <dgm:pt modelId="{E79C782E-9187-4BE1-907A-4380F9B0AB4F}" type="pres">
      <dgm:prSet presAssocID="{FC541FC5-355D-4B1C-8D3A-304D43ED9E0E}" presName="Name13" presStyleLbl="parChTrans1D2" presStyleIdx="26" presStyleCnt="30"/>
      <dgm:spPr/>
    </dgm:pt>
    <dgm:pt modelId="{683E81F4-397C-4D9F-8FB7-C0D775022EF5}" type="pres">
      <dgm:prSet presAssocID="{C4CB8716-1FAD-4DBD-8102-C01E013601A0}" presName="childText" presStyleLbl="bgAcc1" presStyleIdx="26" presStyleCnt="30">
        <dgm:presLayoutVars>
          <dgm:bulletEnabled val="1"/>
        </dgm:presLayoutVars>
      </dgm:prSet>
      <dgm:spPr/>
    </dgm:pt>
    <dgm:pt modelId="{9964D718-496B-4D70-B52A-8A2D1AA2C910}" type="pres">
      <dgm:prSet presAssocID="{551A1E1E-17FE-4CF5-BF8C-78CB6FB218E4}" presName="Name13" presStyleLbl="parChTrans1D2" presStyleIdx="27" presStyleCnt="30"/>
      <dgm:spPr/>
    </dgm:pt>
    <dgm:pt modelId="{D1A635A6-EACD-4B93-AEED-069FDB139CF7}" type="pres">
      <dgm:prSet presAssocID="{3FEA3A37-4F82-44CD-AC53-B1636D674FCE}" presName="childText" presStyleLbl="bgAcc1" presStyleIdx="27" presStyleCnt="30">
        <dgm:presLayoutVars>
          <dgm:bulletEnabled val="1"/>
        </dgm:presLayoutVars>
      </dgm:prSet>
      <dgm:spPr/>
    </dgm:pt>
    <dgm:pt modelId="{A21A5485-B6D9-4B3E-AADE-1F831D9CEB68}" type="pres">
      <dgm:prSet presAssocID="{9D667549-DD22-463B-AC8F-2387452DDFAC}" presName="Name13" presStyleLbl="parChTrans1D2" presStyleIdx="28" presStyleCnt="30"/>
      <dgm:spPr/>
    </dgm:pt>
    <dgm:pt modelId="{6B92169C-FAA0-487A-B83A-CEC4CC3CFCDE}" type="pres">
      <dgm:prSet presAssocID="{491C25B3-A576-40D1-9A09-831A156E4468}" presName="childText" presStyleLbl="bgAcc1" presStyleIdx="28" presStyleCnt="30">
        <dgm:presLayoutVars>
          <dgm:bulletEnabled val="1"/>
        </dgm:presLayoutVars>
      </dgm:prSet>
      <dgm:spPr/>
    </dgm:pt>
    <dgm:pt modelId="{04F38966-5FF4-4185-9444-4EAF68F1AB42}" type="pres">
      <dgm:prSet presAssocID="{B8018A4C-FC18-418B-8B21-6217B4E03CC4}" presName="Name13" presStyleLbl="parChTrans1D2" presStyleIdx="29" presStyleCnt="30"/>
      <dgm:spPr/>
    </dgm:pt>
    <dgm:pt modelId="{AF80209A-B748-4FF3-AACA-2822DCB2EFEB}" type="pres">
      <dgm:prSet presAssocID="{0FCDE6A2-043C-4B2C-A416-39D2D3E26B00}" presName="childText" presStyleLbl="bgAcc1" presStyleIdx="29" presStyleCnt="30">
        <dgm:presLayoutVars>
          <dgm:bulletEnabled val="1"/>
        </dgm:presLayoutVars>
      </dgm:prSet>
      <dgm:spPr/>
    </dgm:pt>
  </dgm:ptLst>
  <dgm:cxnLst>
    <dgm:cxn modelId="{2ACDC103-0574-418E-95C0-AB81E46DF23D}" srcId="{4B215143-5DB9-423D-AF70-C3B542895F8A}" destId="{520C782A-24FC-4663-B7F3-B1E54EF9BBFA}" srcOrd="3" destOrd="0" parTransId="{3BDE24C4-81F8-4E5C-8929-6F3E3D40F1A7}" sibTransId="{A9CD93A0-0CC6-4E3A-A2D4-4207DDDF8895}"/>
    <dgm:cxn modelId="{9C3C1E04-FCC4-4ED5-8BBE-A16490E9135A}" type="presOf" srcId="{4B81D00C-BE2A-4E30-B80B-FDC583EF0D5F}" destId="{EA9809D9-B50A-4D50-91CD-522CDA52FE02}" srcOrd="0" destOrd="0" presId="urn:microsoft.com/office/officeart/2005/8/layout/hierarchy3"/>
    <dgm:cxn modelId="{E8CB7604-D56F-427C-AF82-3DD0D7A726B9}" type="presOf" srcId="{128FA247-749E-406D-BD50-4D2FFB2A284D}" destId="{729382CD-8B46-4434-BC3F-FFFC26E886B7}" srcOrd="0" destOrd="0" presId="urn:microsoft.com/office/officeart/2005/8/layout/hierarchy3"/>
    <dgm:cxn modelId="{3027EE06-BE78-4CF3-95F0-BC63A239C6B2}" type="presOf" srcId="{BA7FB0E5-69B9-4739-BF9D-CB65CAD8B7B0}" destId="{12431A66-AE2A-49E9-99F4-256A54F54DF1}" srcOrd="0" destOrd="0" presId="urn:microsoft.com/office/officeart/2005/8/layout/hierarchy3"/>
    <dgm:cxn modelId="{15A16F08-BFA3-48D1-A7FB-6794D86C7B97}" type="presOf" srcId="{827F6A0E-B5B0-4B1C-99D3-B95AB9F2DF57}" destId="{6E57061C-2717-4546-B531-B60175AE71EC}" srcOrd="0" destOrd="0" presId="urn:microsoft.com/office/officeart/2005/8/layout/hierarchy3"/>
    <dgm:cxn modelId="{37D3170A-6D39-4992-9056-348708E9B7C0}" srcId="{1988B74C-AEAD-4087-AC38-58D573FE307C}" destId="{FCB0D21D-6FA2-4AC5-A990-00863461109B}" srcOrd="2" destOrd="0" parTransId="{B88CA0F5-4174-4B55-959C-E8189FB5E41C}" sibTransId="{D0CABE00-C696-408F-BF79-F99E13B881B1}"/>
    <dgm:cxn modelId="{6789B40F-DF87-4B32-B4B3-4F2BB657F8DF}" srcId="{4088DE1E-45C3-45A0-AEA8-BAFCD268CBC8}" destId="{60A271DF-662F-40A7-AAED-AFBFE39AFB58}" srcOrd="5" destOrd="0" parTransId="{39B834A3-9E17-4BE3-ABDA-DDFFFF012F72}" sibTransId="{837C3B5F-208E-4FEE-870F-33FA1F39A9D2}"/>
    <dgm:cxn modelId="{715A8410-3596-4D0B-9F4D-20C23C13CD69}" type="presOf" srcId="{1988B74C-AEAD-4087-AC38-58D573FE307C}" destId="{F3C66090-519D-4782-9709-093AED0A9E57}" srcOrd="1" destOrd="0" presId="urn:microsoft.com/office/officeart/2005/8/layout/hierarchy3"/>
    <dgm:cxn modelId="{B66D7012-030E-43DC-8DD9-B83C4602A178}" type="presOf" srcId="{A400B8B4-C455-4F4F-A98A-8771178A71E9}" destId="{8DABC8A1-F321-4D53-883A-EDA55482A944}" srcOrd="0" destOrd="0" presId="urn:microsoft.com/office/officeart/2005/8/layout/hierarchy3"/>
    <dgm:cxn modelId="{A40F0B13-9973-478F-9663-C37F28CFDE9B}" type="presOf" srcId="{00BDA92F-B604-4A76-BF1B-A5FCF6482100}" destId="{47C53E85-C439-46BA-B6F0-31F67D74A7CF}" srcOrd="0" destOrd="0" presId="urn:microsoft.com/office/officeart/2005/8/layout/hierarchy3"/>
    <dgm:cxn modelId="{E1C8B814-D7B1-4410-AB8D-1545C76D9364}" type="presOf" srcId="{B47988E7-78F1-4102-86EF-0395C9241BDE}" destId="{897B28A2-05AF-411C-A4F8-14CB111ED3DC}" srcOrd="0" destOrd="0" presId="urn:microsoft.com/office/officeart/2005/8/layout/hierarchy3"/>
    <dgm:cxn modelId="{0278EE15-B252-4D49-8724-93D3F35073E6}" type="presOf" srcId="{3FEA3A37-4F82-44CD-AC53-B1636D674FCE}" destId="{D1A635A6-EACD-4B93-AEED-069FDB139CF7}" srcOrd="0" destOrd="0" presId="urn:microsoft.com/office/officeart/2005/8/layout/hierarchy3"/>
    <dgm:cxn modelId="{0F3D0A16-865C-4CD0-98BB-A209C4DEC93B}" srcId="{92E71353-96E4-44AF-980F-4CE637277307}" destId="{4D970B22-E596-47C4-8F3B-45799FDAE79E}" srcOrd="2" destOrd="0" parTransId="{A79EF838-0383-4E9B-A1A5-F52E2ED78DF0}" sibTransId="{7EC0E96C-DA8C-448E-8169-FC449204180D}"/>
    <dgm:cxn modelId="{0FED4917-DCFD-43FD-A278-6ECA1E2D58B6}" type="presOf" srcId="{5BFFFFCA-B512-4FDA-ABC2-021A5189CC25}" destId="{410BD888-3EA2-4CB5-BD45-2E427B867C58}" srcOrd="0" destOrd="0" presId="urn:microsoft.com/office/officeart/2005/8/layout/hierarchy3"/>
    <dgm:cxn modelId="{BF592719-359C-410F-BDF0-72D027830656}" type="presOf" srcId="{B68EB5BD-F059-4D67-A5CF-54CA698034C7}" destId="{4F7953B1-8E45-4EF5-808F-FA112CC2B6E1}" srcOrd="0" destOrd="0" presId="urn:microsoft.com/office/officeart/2005/8/layout/hierarchy3"/>
    <dgm:cxn modelId="{C842AB19-606C-4C08-8DC2-1054DCF7EFF6}" type="presOf" srcId="{A79EF838-0383-4E9B-A1A5-F52E2ED78DF0}" destId="{344612A8-18B0-4F94-AE05-FDCAFB95AAB6}" srcOrd="0" destOrd="0" presId="urn:microsoft.com/office/officeart/2005/8/layout/hierarchy3"/>
    <dgm:cxn modelId="{0FCCC41B-6E96-43D6-92B7-EA0F3E54730B}" type="presOf" srcId="{962235ED-A557-46B0-943A-F2E2798D8857}" destId="{07F679B5-2EE3-4EF1-8E6E-A2CD7392E3C6}" srcOrd="0" destOrd="0" presId="urn:microsoft.com/office/officeart/2005/8/layout/hierarchy3"/>
    <dgm:cxn modelId="{0DCFE31C-6B82-46C8-8FA0-F8081DEEFCC4}" type="presOf" srcId="{551A1E1E-17FE-4CF5-BF8C-78CB6FB218E4}" destId="{9964D718-496B-4D70-B52A-8A2D1AA2C910}" srcOrd="0" destOrd="0" presId="urn:microsoft.com/office/officeart/2005/8/layout/hierarchy3"/>
    <dgm:cxn modelId="{A578A620-4EEE-4E16-B074-A3AB60419856}" srcId="{92E71353-96E4-44AF-980F-4CE637277307}" destId="{F4A497A2-F333-4A60-B210-415BFBD654D3}" srcOrd="1" destOrd="0" parTransId="{128FA247-749E-406D-BD50-4D2FFB2A284D}" sibTransId="{A803D342-24DE-4D74-85A1-AABF73C2CD15}"/>
    <dgm:cxn modelId="{851DA929-E360-4C76-9F21-9BFD23BF7224}" type="presOf" srcId="{7B6CC294-040B-4E13-9EDC-35FE15D89F24}" destId="{3F21028E-42F8-444A-A033-BDC9FBAAE140}" srcOrd="0" destOrd="0" presId="urn:microsoft.com/office/officeart/2005/8/layout/hierarchy3"/>
    <dgm:cxn modelId="{EDE8C22C-E1D6-4780-86D2-EC0FC3D42502}" srcId="{4D4433A8-58F4-4FC4-B0EF-2A0B9229C137}" destId="{962235ED-A557-46B0-943A-F2E2798D8857}" srcOrd="0" destOrd="0" parTransId="{F6ECA640-0665-4F37-9F60-0CF9BF8EA4FE}" sibTransId="{9165B17D-420E-4562-94B7-C8B3131AEDD8}"/>
    <dgm:cxn modelId="{2B3C2630-ECCA-4664-877C-2179ACA10882}" type="presOf" srcId="{C4CB8716-1FAD-4DBD-8102-C01E013601A0}" destId="{683E81F4-397C-4D9F-8FB7-C0D775022EF5}" srcOrd="0" destOrd="0" presId="urn:microsoft.com/office/officeart/2005/8/layout/hierarchy3"/>
    <dgm:cxn modelId="{49895D31-0AD5-4975-AA72-BCA697DEF018}" type="presOf" srcId="{86F2707B-055B-4DF1-A0F3-6AFBFA15899A}" destId="{1EB7969C-071D-4B90-A1E7-E30D66FDAFA6}" srcOrd="1" destOrd="0" presId="urn:microsoft.com/office/officeart/2005/8/layout/hierarchy3"/>
    <dgm:cxn modelId="{A0ECE331-1972-44F7-AAC8-A69FFA8EE1DD}" srcId="{4D4433A8-58F4-4FC4-B0EF-2A0B9229C137}" destId="{167409C3-40E8-4C2B-B6C1-0F16A2D51B85}" srcOrd="2" destOrd="0" parTransId="{DE70348C-10CC-4BE8-9E7E-98FA6B0AD388}" sibTransId="{3828473F-D286-4FE6-953F-A686B1FBCC59}"/>
    <dgm:cxn modelId="{0A7B0432-07A9-44CA-90AA-D9BA3D2EBDD1}" type="presOf" srcId="{BF3758E5-7F22-440B-AB6D-75737F640816}" destId="{D7B6265F-D28D-450F-A708-3A405A2618DB}" srcOrd="0" destOrd="0" presId="urn:microsoft.com/office/officeart/2005/8/layout/hierarchy3"/>
    <dgm:cxn modelId="{17D6CE37-7474-4915-AFDF-391C02294173}" type="presOf" srcId="{3BDE24C4-81F8-4E5C-8929-6F3E3D40F1A7}" destId="{1CA210DB-A959-49D3-ACC7-CAA10BE728F8}" srcOrd="0" destOrd="0" presId="urn:microsoft.com/office/officeart/2005/8/layout/hierarchy3"/>
    <dgm:cxn modelId="{EBA2F438-8C9A-488E-A9D3-B42A3D30223C}" type="presOf" srcId="{79CDAF8E-56DA-40EC-B179-AC6DD7C738D8}" destId="{3FCC3207-4019-4EAC-9C92-3C5E3784510B}" srcOrd="0" destOrd="0" presId="urn:microsoft.com/office/officeart/2005/8/layout/hierarchy3"/>
    <dgm:cxn modelId="{0EC64339-1E15-447A-85EC-C755E4E79EDE}" type="presOf" srcId="{4088DE1E-45C3-45A0-AEA8-BAFCD268CBC8}" destId="{C45C27E6-7778-42DB-B16B-CCD29B7861F5}" srcOrd="1" destOrd="0" presId="urn:microsoft.com/office/officeart/2005/8/layout/hierarchy3"/>
    <dgm:cxn modelId="{CC1C7A3C-F65C-4D8C-9857-4178EDD5482D}" srcId="{167409C3-40E8-4C2B-B6C1-0F16A2D51B85}" destId="{4B81D00C-BE2A-4E30-B80B-FDC583EF0D5F}" srcOrd="1" destOrd="0" parTransId="{F74612C7-70D6-4E74-867C-C15257EA294B}" sibTransId="{84756911-F455-47EE-B1AF-A67434D615CB}"/>
    <dgm:cxn modelId="{E09C903F-AF21-47DE-845B-104F9885AE09}" srcId="{1988B74C-AEAD-4087-AC38-58D573FE307C}" destId="{66BC1D5D-7582-4A99-9A46-9DF9E6B4A032}" srcOrd="0" destOrd="0" parTransId="{BF3758E5-7F22-440B-AB6D-75737F640816}" sibTransId="{DB11911E-5F4F-41F2-80B7-46B1BBDE71E8}"/>
    <dgm:cxn modelId="{976CFF5B-5365-4623-9AD8-D8BE5482B8C3}" type="presOf" srcId="{530F83DD-0055-4096-B803-E7EA4E58B512}" destId="{5CD83093-7D64-4A9E-8198-2816C5CA3BBA}" srcOrd="0" destOrd="0" presId="urn:microsoft.com/office/officeart/2005/8/layout/hierarchy3"/>
    <dgm:cxn modelId="{B131105D-3174-4ADD-B26C-7A4DF4C92FBA}" type="presOf" srcId="{52D01430-79E3-41AB-B6EC-C31A99829515}" destId="{5E0539DD-06F8-4623-8D08-C96B02107D12}" srcOrd="0" destOrd="0" presId="urn:microsoft.com/office/officeart/2005/8/layout/hierarchy3"/>
    <dgm:cxn modelId="{741CC95D-0F1D-429C-B0AC-547C9B1940D4}" srcId="{4D4433A8-58F4-4FC4-B0EF-2A0B9229C137}" destId="{C7F602D1-2125-47F3-B188-0BD44B2A05AB}" srcOrd="7" destOrd="0" parTransId="{83FAA81F-10F2-4654-AC57-B7E0B3C91790}" sibTransId="{1D4BD4DD-BB48-455F-92FF-23536B6DBE8C}"/>
    <dgm:cxn modelId="{EB04B05F-5308-4042-9E20-966CE43DE172}" type="presOf" srcId="{7BF93BD8-579A-4C20-9168-548D4AC03C0C}" destId="{4F056781-6671-42B7-BA88-25502755FFBD}" srcOrd="0" destOrd="0" presId="urn:microsoft.com/office/officeart/2005/8/layout/hierarchy3"/>
    <dgm:cxn modelId="{78ED9841-B305-4D31-A1A9-2821C95CD788}" srcId="{86F2707B-055B-4DF1-A0F3-6AFBFA15899A}" destId="{6BA4FA74-955F-4037-A08A-4BE50A997FD0}" srcOrd="0" destOrd="0" parTransId="{7B6CC294-040B-4E13-9EDC-35FE15D89F24}" sibTransId="{A1ECF020-C456-4393-A300-8EE0EA4DD60F}"/>
    <dgm:cxn modelId="{CD47B361-D000-4F4E-BB7A-708C4C7F29D3}" type="presOf" srcId="{92E71353-96E4-44AF-980F-4CE637277307}" destId="{83B786A0-3A58-4E96-9005-843DAE2880EA}" srcOrd="0" destOrd="0" presId="urn:microsoft.com/office/officeart/2005/8/layout/hierarchy3"/>
    <dgm:cxn modelId="{3D03D641-52F3-4084-B22F-F7E8F9FF14C6}" type="presOf" srcId="{C7F602D1-2125-47F3-B188-0BD44B2A05AB}" destId="{01BDE3AF-7868-452A-BBEA-77E57C4DC04A}" srcOrd="0" destOrd="0" presId="urn:microsoft.com/office/officeart/2005/8/layout/hierarchy3"/>
    <dgm:cxn modelId="{2F225C42-EE5C-442C-9B44-9F474A935CD1}" type="presOf" srcId="{0CA8EC8A-9ACD-440F-8E9A-8D39287C8968}" destId="{C797BEC8-AD63-4703-88C2-36C0C0C2362B}" srcOrd="0" destOrd="0" presId="urn:microsoft.com/office/officeart/2005/8/layout/hierarchy3"/>
    <dgm:cxn modelId="{99724362-BE0F-4CE5-AE27-94C6600F1F19}" type="presOf" srcId="{66D44DD9-D439-484C-B85B-8C1EBA5ACE75}" destId="{2939572B-5D56-422A-9B28-34C1A75D338A}" srcOrd="0" destOrd="0" presId="urn:microsoft.com/office/officeart/2005/8/layout/hierarchy3"/>
    <dgm:cxn modelId="{E7869C62-F0DA-48E5-BA27-CC61B02E94A7}" type="presOf" srcId="{520C782A-24FC-4663-B7F3-B1E54EF9BBFA}" destId="{1D0BA206-7D13-414B-AAF5-3959F09435F8}" srcOrd="0" destOrd="0" presId="urn:microsoft.com/office/officeart/2005/8/layout/hierarchy3"/>
    <dgm:cxn modelId="{C0B53A65-AD22-4D29-90D3-B5785116A6D9}" type="presOf" srcId="{B8018A4C-FC18-418B-8B21-6217B4E03CC4}" destId="{04F38966-5FF4-4185-9444-4EAF68F1AB42}" srcOrd="0" destOrd="0" presId="urn:microsoft.com/office/officeart/2005/8/layout/hierarchy3"/>
    <dgm:cxn modelId="{10217366-9444-48FF-88CA-5BDB98AADCBD}" type="presOf" srcId="{4D970B22-E596-47C4-8F3B-45799FDAE79E}" destId="{0C9FEFF8-6ACC-47EF-9910-F37729AC5971}" srcOrd="0" destOrd="0" presId="urn:microsoft.com/office/officeart/2005/8/layout/hierarchy3"/>
    <dgm:cxn modelId="{2A565A46-F530-42BB-B3DC-EBA372DD4743}" srcId="{86F2707B-055B-4DF1-A0F3-6AFBFA15899A}" destId="{A4C2D8CD-847F-4523-A504-C63354536353}" srcOrd="1" destOrd="0" parTransId="{368A8C97-8B14-4681-B02B-9B398D2A73EE}" sibTransId="{8131C2BC-F0D2-4840-B751-26A8A4F10CDF}"/>
    <dgm:cxn modelId="{4697F149-5EC7-43AC-B1B0-B0AB8799453F}" type="presOf" srcId="{EF7EA87B-B5FC-4C84-A1CF-89483AAE9A83}" destId="{67C8F6D0-2A70-4064-BF87-FF3146A4E679}" srcOrd="0" destOrd="0" presId="urn:microsoft.com/office/officeart/2005/8/layout/hierarchy3"/>
    <dgm:cxn modelId="{C3A57C6B-E662-4860-8EB0-7964FB52E364}" type="presOf" srcId="{66BC1D5D-7582-4A99-9A46-9DF9E6B4A032}" destId="{83279F6E-6196-4BCC-8AE9-EAB2390FFBB4}" srcOrd="0" destOrd="0" presId="urn:microsoft.com/office/officeart/2005/8/layout/hierarchy3"/>
    <dgm:cxn modelId="{B3CF1B6C-94F6-4799-A0AE-F2A93C27D1DF}" type="presOf" srcId="{60A271DF-662F-40A7-AAED-AFBFE39AFB58}" destId="{590DB56E-1FD8-42ED-BAA4-DD9D496C9DF1}" srcOrd="0" destOrd="0" presId="urn:microsoft.com/office/officeart/2005/8/layout/hierarchy3"/>
    <dgm:cxn modelId="{E05ED24C-4F83-486B-BD34-9E167BE96EDA}" type="presOf" srcId="{C21ED6F7-EEB6-40A4-B4C3-96CAEBE696B0}" destId="{48B66715-CA22-4D02-8EF4-6E3B12F0A406}" srcOrd="0" destOrd="0" presId="urn:microsoft.com/office/officeart/2005/8/layout/hierarchy3"/>
    <dgm:cxn modelId="{B39FF56D-4D9C-4DDC-8695-B110A380147B}" srcId="{4D4433A8-58F4-4FC4-B0EF-2A0B9229C137}" destId="{4088DE1E-45C3-45A0-AEA8-BAFCD268CBC8}" srcOrd="1" destOrd="0" parTransId="{842ECD3F-7024-4595-889C-42CC73BD34C5}" sibTransId="{6489F96F-88DD-42FE-849C-83F17675644A}"/>
    <dgm:cxn modelId="{0C03016F-145B-47D2-9E40-7082FDA547FE}" type="presOf" srcId="{1988B74C-AEAD-4087-AC38-58D573FE307C}" destId="{9BEBB5E7-C704-4016-869C-953B84609848}" srcOrd="0" destOrd="0" presId="urn:microsoft.com/office/officeart/2005/8/layout/hierarchy3"/>
    <dgm:cxn modelId="{DE3CFF51-CD44-4617-98BF-0CFF80850FC9}" srcId="{1988B74C-AEAD-4087-AC38-58D573FE307C}" destId="{C8650B5B-4041-421B-BEE6-1CDC35202EEA}" srcOrd="1" destOrd="0" parTransId="{4D4A41C8-6F30-468F-93D3-43A971CB9137}" sibTransId="{27710B07-0D38-4464-8862-8FABCCF83E1E}"/>
    <dgm:cxn modelId="{D4033272-A0D7-4401-B535-71E1ECAAB36B}" srcId="{86F2707B-055B-4DF1-A0F3-6AFBFA15899A}" destId="{BA7FB0E5-69B9-4739-BF9D-CB65CAD8B7B0}" srcOrd="3" destOrd="0" parTransId="{B68EB5BD-F059-4D67-A5CF-54CA698034C7}" sibTransId="{8C10D859-7F00-4410-890D-8D26658685A7}"/>
    <dgm:cxn modelId="{C10F8773-40C1-4862-AECA-67C2701CE627}" srcId="{4088DE1E-45C3-45A0-AEA8-BAFCD268CBC8}" destId="{D77E1082-4309-451D-9FBC-AF1A46C6D748}" srcOrd="2" destOrd="0" parTransId="{DFCC4BFF-465A-4E26-8727-18641F9FC1A1}" sibTransId="{E944D453-4463-409F-BE7C-A7647560D964}"/>
    <dgm:cxn modelId="{D12CA653-0CD7-4178-8494-3718FC3A1484}" type="presOf" srcId="{167409C3-40E8-4C2B-B6C1-0F16A2D51B85}" destId="{260F4F0E-FEDF-4E58-9EBB-389EC6276032}" srcOrd="0" destOrd="0" presId="urn:microsoft.com/office/officeart/2005/8/layout/hierarchy3"/>
    <dgm:cxn modelId="{865B8F54-93FC-4374-8EAC-2FE3AE68F155}" srcId="{4088DE1E-45C3-45A0-AEA8-BAFCD268CBC8}" destId="{03E7FD69-2A8B-45D1-B33D-6E6159F52C70}" srcOrd="3" destOrd="0" parTransId="{C4E34CE5-8DAB-4014-9F61-5A47FD1A5B6B}" sibTransId="{EB5DD548-7F75-4840-B94E-CA77FA3E26CA}"/>
    <dgm:cxn modelId="{A2264E56-9A8E-41EE-A81E-DBB69D758F31}" type="presOf" srcId="{0FCDE6A2-043C-4B2C-A416-39D2D3E26B00}" destId="{AF80209A-B748-4FF3-AACA-2822DCB2EFEB}" srcOrd="0" destOrd="0" presId="urn:microsoft.com/office/officeart/2005/8/layout/hierarchy3"/>
    <dgm:cxn modelId="{82872677-AFCE-4BE0-84C8-55FF35EAE233}" srcId="{1988B74C-AEAD-4087-AC38-58D573FE307C}" destId="{8A789704-8202-4C89-9D0C-99F8231C3291}" srcOrd="3" destOrd="0" parTransId="{B47988E7-78F1-4102-86EF-0395C9241BDE}" sibTransId="{EBFB0AB5-B5B7-4912-AB25-08B692ADF998}"/>
    <dgm:cxn modelId="{62C0DD77-B414-4081-B958-8098D30D4539}" type="presOf" srcId="{167409C3-40E8-4C2B-B6C1-0F16A2D51B85}" destId="{40732002-E189-449F-B6A6-5C4188F7F2DF}" srcOrd="1" destOrd="0" presId="urn:microsoft.com/office/officeart/2005/8/layout/hierarchy3"/>
    <dgm:cxn modelId="{5444C17C-0D3A-45B5-AAA7-308047B24DAA}" srcId="{167409C3-40E8-4C2B-B6C1-0F16A2D51B85}" destId="{827F6A0E-B5B0-4B1C-99D3-B95AB9F2DF57}" srcOrd="0" destOrd="0" parTransId="{A9E0BE80-980C-4D96-AC98-6EEA4A025ECE}" sibTransId="{CB8C31D7-68B9-4535-8FA9-D5A2935E4FF1}"/>
    <dgm:cxn modelId="{78715583-A052-49C9-A16C-39B4D8965A9E}" type="presOf" srcId="{4B215143-5DB9-423D-AF70-C3B542895F8A}" destId="{0F41B337-9DB3-498A-A573-C41712A976F0}" srcOrd="1" destOrd="0" presId="urn:microsoft.com/office/officeart/2005/8/layout/hierarchy3"/>
    <dgm:cxn modelId="{65648B83-3FB9-4AA1-8DC0-3D586401CC9F}" type="presOf" srcId="{C6F4026E-6FB7-4DE7-B9CA-B5A0E7899D00}" destId="{77A1D505-2DF7-43DC-BE14-7F6E9D72D8E3}" srcOrd="0" destOrd="0" presId="urn:microsoft.com/office/officeart/2005/8/layout/hierarchy3"/>
    <dgm:cxn modelId="{66ED9983-9040-4B95-A3C4-A6CFD99562FA}" type="presOf" srcId="{C8650B5B-4041-421B-BEE6-1CDC35202EEA}" destId="{D9059628-8BC7-4753-BC34-C14A9902F81E}" srcOrd="0" destOrd="0" presId="urn:microsoft.com/office/officeart/2005/8/layout/hierarchy3"/>
    <dgm:cxn modelId="{796E2585-9C04-4892-B246-E40ACA28ACA2}" type="presOf" srcId="{9D667549-DD22-463B-AC8F-2387452DDFAC}" destId="{A21A5485-B6D9-4B3E-AADE-1F831D9CEB68}" srcOrd="0" destOrd="0" presId="urn:microsoft.com/office/officeart/2005/8/layout/hierarchy3"/>
    <dgm:cxn modelId="{827DA188-FE02-467A-902E-1AE1D079AB5F}" type="presOf" srcId="{FC541FC5-355D-4B1C-8D3A-304D43ED9E0E}" destId="{E79C782E-9187-4BE1-907A-4380F9B0AB4F}" srcOrd="0" destOrd="0" presId="urn:microsoft.com/office/officeart/2005/8/layout/hierarchy3"/>
    <dgm:cxn modelId="{9284798A-405B-4ED5-AC9C-4D3F0AB12038}" srcId="{4D4433A8-58F4-4FC4-B0EF-2A0B9229C137}" destId="{92E71353-96E4-44AF-980F-4CE637277307}" srcOrd="3" destOrd="0" parTransId="{7C46A523-1250-40DE-94E6-850C0607145C}" sibTransId="{016A37FD-7687-45D9-9EE9-571AAD9451FE}"/>
    <dgm:cxn modelId="{A80AEA8B-5A57-4FE1-8558-7C26EDAD6B7E}" srcId="{C7F602D1-2125-47F3-B188-0BD44B2A05AB}" destId="{3FEA3A37-4F82-44CD-AC53-B1636D674FCE}" srcOrd="1" destOrd="0" parTransId="{551A1E1E-17FE-4CF5-BF8C-78CB6FB218E4}" sibTransId="{A817EB80-3243-4694-A307-ED49AD6EF393}"/>
    <dgm:cxn modelId="{406AF48B-9F29-4C66-8F97-806F08C22AEA}" type="presOf" srcId="{FE172AE6-2A42-4CE3-9C31-C7941487053A}" destId="{2D1364E5-FF7B-472C-B293-F0753108FFE1}" srcOrd="0" destOrd="0" presId="urn:microsoft.com/office/officeart/2005/8/layout/hierarchy3"/>
    <dgm:cxn modelId="{D8E1538D-F445-4E90-84A8-7548712D50C6}" srcId="{92E71353-96E4-44AF-980F-4CE637277307}" destId="{C6F4026E-6FB7-4DE7-B9CA-B5A0E7899D00}" srcOrd="0" destOrd="0" parTransId="{5BFFFFCA-B512-4FDA-ABC2-021A5189CC25}" sibTransId="{FB3C2DF5-B078-4DF0-B377-5DF1557E8940}"/>
    <dgm:cxn modelId="{7D666E8E-F7CA-47C6-874C-0CF055728B61}" type="presOf" srcId="{0F354201-0C1A-4A4A-8F42-915923582DAB}" destId="{30A31D10-B255-4104-A053-BC0527946D93}" srcOrd="0" destOrd="0" presId="urn:microsoft.com/office/officeart/2005/8/layout/hierarchy3"/>
    <dgm:cxn modelId="{04EC8390-D91C-42FD-AD3F-95D9D61ABA61}" srcId="{4D4433A8-58F4-4FC4-B0EF-2A0B9229C137}" destId="{4B215143-5DB9-423D-AF70-C3B542895F8A}" srcOrd="5" destOrd="0" parTransId="{3463E9D7-7464-49CD-9DCF-3D7E0CAB531E}" sibTransId="{207FB8CD-F722-4BD5-A239-9F0B09AE2942}"/>
    <dgm:cxn modelId="{24042091-0C44-44ED-99F6-D6FC413FD075}" type="presOf" srcId="{C7F602D1-2125-47F3-B188-0BD44B2A05AB}" destId="{516A0880-BB3C-4C64-B51A-E9901CBADF36}" srcOrd="1" destOrd="0" presId="urn:microsoft.com/office/officeart/2005/8/layout/hierarchy3"/>
    <dgm:cxn modelId="{09B9F097-26B2-42CE-973A-2CB1DD46DE39}" type="presOf" srcId="{B7F2F219-C18B-4DFF-BB6B-40DB79DA9CE8}" destId="{54E6591B-A9E8-4C5E-87E2-1C5426D035A6}" srcOrd="0" destOrd="0" presId="urn:microsoft.com/office/officeart/2005/8/layout/hierarchy3"/>
    <dgm:cxn modelId="{990FEB98-7920-447D-80AA-DE1E0DCFA620}" type="presOf" srcId="{D77E1082-4309-451D-9FBC-AF1A46C6D748}" destId="{A34023EE-03C6-4F9E-843B-B1399C6676D0}" srcOrd="0" destOrd="0" presId="urn:microsoft.com/office/officeart/2005/8/layout/hierarchy3"/>
    <dgm:cxn modelId="{3754AF9A-3BBE-439A-B5C9-056DAE6505A7}" type="presOf" srcId="{491C25B3-A576-40D1-9A09-831A156E4468}" destId="{6B92169C-FAA0-487A-B83A-CEC4CC3CFCDE}" srcOrd="0" destOrd="0" presId="urn:microsoft.com/office/officeart/2005/8/layout/hierarchy3"/>
    <dgm:cxn modelId="{1C5C099E-A1E3-4AD7-A524-39726A6689FA}" type="presOf" srcId="{D4EF31BF-64ED-4E0C-8400-2A21B6729322}" destId="{93254664-546A-4C5C-B2D0-2B5ADAEE8171}" srcOrd="0" destOrd="0" presId="urn:microsoft.com/office/officeart/2005/8/layout/hierarchy3"/>
    <dgm:cxn modelId="{417CF09E-C354-4DEA-8300-3EEA65B5BF68}" type="presOf" srcId="{DFCC4BFF-465A-4E26-8727-18641F9FC1A1}" destId="{CEF962F3-12D6-43E8-B259-48590E6F4485}" srcOrd="0" destOrd="0" presId="urn:microsoft.com/office/officeart/2005/8/layout/hierarchy3"/>
    <dgm:cxn modelId="{2194EFA1-B42B-46D8-8D4F-624F1172A67D}" type="presOf" srcId="{045536A9-A1DC-40E0-B363-0340D3F60C37}" destId="{B2A929E1-FA05-466B-B434-027E869B6FD2}" srcOrd="0" destOrd="0" presId="urn:microsoft.com/office/officeart/2005/8/layout/hierarchy3"/>
    <dgm:cxn modelId="{1501BBA4-8601-46E7-B308-E9BC019CFCB1}" type="presOf" srcId="{4D4A41C8-6F30-468F-93D3-43A971CB9137}" destId="{7E5948D4-E30C-431D-9A8B-A2A4313F0E22}" srcOrd="0" destOrd="0" presId="urn:microsoft.com/office/officeart/2005/8/layout/hierarchy3"/>
    <dgm:cxn modelId="{7BB464A5-3888-4654-86A4-F1851090275D}" type="presOf" srcId="{368A8C97-8B14-4681-B02B-9B398D2A73EE}" destId="{F045E2D1-C930-4657-AFBD-B54B05310B75}" srcOrd="0" destOrd="0" presId="urn:microsoft.com/office/officeart/2005/8/layout/hierarchy3"/>
    <dgm:cxn modelId="{79BC4EA8-9D57-4ECA-AD3F-F96A502F30B0}" srcId="{C7F602D1-2125-47F3-B188-0BD44B2A05AB}" destId="{C4CB8716-1FAD-4DBD-8102-C01E013601A0}" srcOrd="0" destOrd="0" parTransId="{FC541FC5-355D-4B1C-8D3A-304D43ED9E0E}" sibTransId="{5522A6DA-02AF-4AD4-B471-01FF7E7EE1F8}"/>
    <dgm:cxn modelId="{EFA4E4AA-FF55-4FEE-910C-A5478D6EC3A1}" srcId="{4088DE1E-45C3-45A0-AEA8-BAFCD268CBC8}" destId="{2E7C4AF5-DD42-4CF2-BDD7-1BEC9B5A3476}" srcOrd="1" destOrd="0" parTransId="{00BDA92F-B604-4A76-BF1B-A5FCF6482100}" sibTransId="{92DF52C5-91A9-46C9-8C3E-98CD48340ACC}"/>
    <dgm:cxn modelId="{633AB0AB-A620-4F6F-B27B-6D7B43230EB1}" type="presOf" srcId="{FCB0D21D-6FA2-4AC5-A990-00863461109B}" destId="{AACE1C37-BF6A-4FD5-BB00-FB346726303A}" srcOrd="0" destOrd="0" presId="urn:microsoft.com/office/officeart/2005/8/layout/hierarchy3"/>
    <dgm:cxn modelId="{07CCE1AE-5C66-437C-9BC1-31514A9C31E7}" type="presOf" srcId="{A9E0BE80-980C-4D96-AC98-6EEA4A025ECE}" destId="{A6936042-63BC-4768-85BF-D19549B5D02B}" srcOrd="0" destOrd="0" presId="urn:microsoft.com/office/officeart/2005/8/layout/hierarchy3"/>
    <dgm:cxn modelId="{544501B3-2126-4C8F-B3A9-E19C6EACF5E1}" type="presOf" srcId="{92E71353-96E4-44AF-980F-4CE637277307}" destId="{F74933DB-291D-471A-96F3-E754249528D4}" srcOrd="1" destOrd="0" presId="urn:microsoft.com/office/officeart/2005/8/layout/hierarchy3"/>
    <dgm:cxn modelId="{6C4C74B7-5967-4FB6-9F78-9864C72ED202}" type="presOf" srcId="{2E7C4AF5-DD42-4CF2-BDD7-1BEC9B5A3476}" destId="{50BD1128-6C1C-4ABA-B3A4-6D8AC1174B15}" srcOrd="0" destOrd="0" presId="urn:microsoft.com/office/officeart/2005/8/layout/hierarchy3"/>
    <dgm:cxn modelId="{F7ED22B8-72A8-4E30-B2A1-6830CB35A2A5}" type="presOf" srcId="{6BA4FA74-955F-4037-A08A-4BE50A997FD0}" destId="{01F8E771-01AA-43B3-A56E-2803B1A28791}" srcOrd="0" destOrd="0" presId="urn:microsoft.com/office/officeart/2005/8/layout/hierarchy3"/>
    <dgm:cxn modelId="{CAB3A5BA-82CD-403F-8DA3-BD6C4C7F3542}" type="presOf" srcId="{C4E34CE5-8DAB-4014-9F61-5A47FD1A5B6B}" destId="{DECD3334-1515-4B8D-9897-D2EA646E2B03}" srcOrd="0" destOrd="0" presId="urn:microsoft.com/office/officeart/2005/8/layout/hierarchy3"/>
    <dgm:cxn modelId="{87F602BD-7A5A-4B9D-A98D-8506796C9380}" srcId="{4D4433A8-58F4-4FC4-B0EF-2A0B9229C137}" destId="{1988B74C-AEAD-4087-AC38-58D573FE307C}" srcOrd="4" destOrd="0" parTransId="{094A9A3B-E82A-415D-83A3-4379A15C79CC}" sibTransId="{5D11101E-3AFE-4324-85BD-179EFE4C39EE}"/>
    <dgm:cxn modelId="{EA5E41BD-FDDD-4418-A42F-88E481433300}" type="presOf" srcId="{F74612C7-70D6-4E74-867C-C15257EA294B}" destId="{66317A17-1B85-401D-A1D2-30743D2E2BBA}" srcOrd="0" destOrd="0" presId="urn:microsoft.com/office/officeart/2005/8/layout/hierarchy3"/>
    <dgm:cxn modelId="{1F6BB4BE-ECCF-47C7-80C9-8D5D7FCAA38C}" srcId="{4088DE1E-45C3-45A0-AEA8-BAFCD268CBC8}" destId="{EF7EA87B-B5FC-4C84-A1CF-89483AAE9A83}" srcOrd="4" destOrd="0" parTransId="{7BF93BD8-579A-4C20-9168-548D4AC03C0C}" sibTransId="{8913CA7C-8B7D-45C9-AC8A-C6497ECE54FD}"/>
    <dgm:cxn modelId="{8A1166C0-A4D2-471A-8C9A-C5B2624C0AB5}" type="presOf" srcId="{86F2707B-055B-4DF1-A0F3-6AFBFA15899A}" destId="{0D43CCA4-5474-464C-99C9-12C0FE229990}" srcOrd="0" destOrd="0" presId="urn:microsoft.com/office/officeart/2005/8/layout/hierarchy3"/>
    <dgm:cxn modelId="{2611B4C1-C784-48CD-951E-E35A9CF965CE}" srcId="{4088DE1E-45C3-45A0-AEA8-BAFCD268CBC8}" destId="{0CA8EC8A-9ACD-440F-8E9A-8D39287C8968}" srcOrd="0" destOrd="0" parTransId="{D4EF31BF-64ED-4E0C-8400-2A21B6729322}" sibTransId="{9CDD85AE-C8C0-412B-95BF-4FE7D886169C}"/>
    <dgm:cxn modelId="{B9932EC2-E818-4153-9584-FEA05DC43108}" type="presOf" srcId="{31DE207F-3C6F-49AD-890E-30A7F611D1E6}" destId="{6AA8D02B-5059-4B0F-BB36-C45E40BCE7D8}" srcOrd="0" destOrd="0" presId="urn:microsoft.com/office/officeart/2005/8/layout/hierarchy3"/>
    <dgm:cxn modelId="{C8D4D9C3-5394-4726-9ADD-FC9E16693403}" type="presOf" srcId="{B88CA0F5-4174-4B55-959C-E8189FB5E41C}" destId="{C1B74DBF-07AD-4075-9475-BBFD6B4D2C85}" srcOrd="0" destOrd="0" presId="urn:microsoft.com/office/officeart/2005/8/layout/hierarchy3"/>
    <dgm:cxn modelId="{3EEE76C4-1579-4501-806A-85CCAA169C7D}" srcId="{C7F602D1-2125-47F3-B188-0BD44B2A05AB}" destId="{491C25B3-A576-40D1-9A09-831A156E4468}" srcOrd="2" destOrd="0" parTransId="{9D667549-DD22-463B-AC8F-2387452DDFAC}" sibTransId="{0628FC5B-F0AB-4E4E-BBC7-E6FD4467A08E}"/>
    <dgm:cxn modelId="{0B4182C5-B786-4759-BD86-D1EEC5C258E2}" srcId="{4B215143-5DB9-423D-AF70-C3B542895F8A}" destId="{D230B5B0-CE59-4DCA-8566-532DDDC848E4}" srcOrd="1" destOrd="0" parTransId="{045536A9-A1DC-40E0-B363-0340D3F60C37}" sibTransId="{E8AB2651-42F0-4C50-A616-5FD0D50C11C1}"/>
    <dgm:cxn modelId="{D103B6C5-BFAE-4CA6-A91C-1284683E4429}" type="presOf" srcId="{4088DE1E-45C3-45A0-AEA8-BAFCD268CBC8}" destId="{B86C1B73-7C48-420F-80AC-E88A34EC3885}" srcOrd="0" destOrd="0" presId="urn:microsoft.com/office/officeart/2005/8/layout/hierarchy3"/>
    <dgm:cxn modelId="{C90167C6-041D-46A9-877D-7E5912091F6C}" type="presOf" srcId="{F4A497A2-F333-4A60-B210-415BFBD654D3}" destId="{08C2D977-BB05-4550-984C-015B50ED4F32}" srcOrd="0" destOrd="0" presId="urn:microsoft.com/office/officeart/2005/8/layout/hierarchy3"/>
    <dgm:cxn modelId="{26EF94C6-143D-423C-9DDB-618FDEA05C4F}" type="presOf" srcId="{D230B5B0-CE59-4DCA-8566-532DDDC848E4}" destId="{59A2AA9C-386C-4738-8AC0-55D33FC64CC7}" srcOrd="0" destOrd="0" presId="urn:microsoft.com/office/officeart/2005/8/layout/hierarchy3"/>
    <dgm:cxn modelId="{56BD2BC7-BE33-4B7B-B0F9-473AE9F14876}" srcId="{4D4433A8-58F4-4FC4-B0EF-2A0B9229C137}" destId="{86F2707B-055B-4DF1-A0F3-6AFBFA15899A}" srcOrd="6" destOrd="0" parTransId="{C4A70080-8AAD-45BE-85B0-CE42738E13E0}" sibTransId="{A8F10F45-4334-42C0-ADD8-87FA93267502}"/>
    <dgm:cxn modelId="{F64793C7-12B0-405F-802E-00370E0004BD}" type="presOf" srcId="{8A789704-8202-4C89-9D0C-99F8231C3291}" destId="{1EFCF9F1-C2AC-4860-A8EC-104824BA6515}" srcOrd="0" destOrd="0" presId="urn:microsoft.com/office/officeart/2005/8/layout/hierarchy3"/>
    <dgm:cxn modelId="{102835D1-FB91-4515-A210-74E180117E14}" type="presOf" srcId="{780AD60F-7B8C-465A-9EA8-AA118F8E0264}" destId="{E211FADB-B350-4858-9442-206B25C1B866}" srcOrd="0" destOrd="0" presId="urn:microsoft.com/office/officeart/2005/8/layout/hierarchy3"/>
    <dgm:cxn modelId="{E537D4D3-1E6B-40C8-8C49-E5D8D7239BB7}" type="presOf" srcId="{03E7FD69-2A8B-45D1-B33D-6E6159F52C70}" destId="{433C1C0E-AC50-4C9B-9AC1-307B780D2C44}" srcOrd="0" destOrd="0" presId="urn:microsoft.com/office/officeart/2005/8/layout/hierarchy3"/>
    <dgm:cxn modelId="{DCBEDAD3-29C1-4101-AE6B-D490940E132F}" srcId="{4B215143-5DB9-423D-AF70-C3B542895F8A}" destId="{79CDAF8E-56DA-40EC-B179-AC6DD7C738D8}" srcOrd="4" destOrd="0" parTransId="{B7F2F219-C18B-4DFF-BB6B-40DB79DA9CE8}" sibTransId="{B919DF44-2EF4-4E59-BB51-CD42B5C7FFFB}"/>
    <dgm:cxn modelId="{ADDEEDD4-34DD-4171-A639-E4563A236E1E}" srcId="{962235ED-A557-46B0-943A-F2E2798D8857}" destId="{A400B8B4-C455-4F4F-A98A-8771178A71E9}" srcOrd="0" destOrd="0" parTransId="{66D44DD9-D439-484C-B85B-8C1EBA5ACE75}" sibTransId="{E38F0A53-583A-4022-A8FC-1492AC66DB00}"/>
    <dgm:cxn modelId="{B63E12D6-A312-42BF-B1C6-0D76EDA6088C}" type="presOf" srcId="{962235ED-A557-46B0-943A-F2E2798D8857}" destId="{D2203403-7696-43E4-B6C6-93BAA3FA7EF1}" srcOrd="1" destOrd="0" presId="urn:microsoft.com/office/officeart/2005/8/layout/hierarchy3"/>
    <dgm:cxn modelId="{53B3F9D9-6E7E-433A-AC61-7625DA111602}" type="presOf" srcId="{6267A1E0-0E97-4243-9A84-B7F5FAFC70D0}" destId="{D91A679B-94E6-49C1-86AF-496686951136}" srcOrd="0" destOrd="0" presId="urn:microsoft.com/office/officeart/2005/8/layout/hierarchy3"/>
    <dgm:cxn modelId="{CD3DC3E3-9FA4-42A4-AD1E-F1B5264960E9}" srcId="{86F2707B-055B-4DF1-A0F3-6AFBFA15899A}" destId="{0F354201-0C1A-4A4A-8F42-915923582DAB}" srcOrd="2" destOrd="0" parTransId="{530F83DD-0055-4096-B803-E7EA4E58B512}" sibTransId="{E9FE73FF-F2EE-4958-BB92-3B31CEBE1B9A}"/>
    <dgm:cxn modelId="{8A6DEAE3-525B-4A95-A1C6-B87A0872E9AE}" type="presOf" srcId="{39B834A3-9E17-4BE3-ABDA-DDFFFF012F72}" destId="{11AFE92B-579C-421A-B66B-B84B3A21803A}" srcOrd="0" destOrd="0" presId="urn:microsoft.com/office/officeart/2005/8/layout/hierarchy3"/>
    <dgm:cxn modelId="{F3F5BBEA-C00B-43AB-A775-03DC706789EC}" type="presOf" srcId="{4D4433A8-58F4-4FC4-B0EF-2A0B9229C137}" destId="{57D6BA50-19D5-4872-847B-FEC2B2F43154}" srcOrd="0" destOrd="0" presId="urn:microsoft.com/office/officeart/2005/8/layout/hierarchy3"/>
    <dgm:cxn modelId="{14193CEC-EC54-41A3-B20A-5C55B5B80BAB}" srcId="{4B215143-5DB9-423D-AF70-C3B542895F8A}" destId="{52D01430-79E3-41AB-B6EC-C31A99829515}" srcOrd="2" destOrd="0" parTransId="{FE172AE6-2A42-4CE3-9C31-C7941487053A}" sibTransId="{3C831C6E-4B58-45C9-BB6F-8682EB6D8B4E}"/>
    <dgm:cxn modelId="{A22D7DFB-FBA5-4361-B8C6-110C4182304B}" type="presOf" srcId="{4B215143-5DB9-423D-AF70-C3B542895F8A}" destId="{6D199B55-1456-445D-BF2B-7D9E2E040D9F}" srcOrd="0" destOrd="0" presId="urn:microsoft.com/office/officeart/2005/8/layout/hierarchy3"/>
    <dgm:cxn modelId="{94B0CCFD-7DBF-4301-ACCA-B67A7626FA83}" type="presOf" srcId="{A4C2D8CD-847F-4523-A504-C63354536353}" destId="{2607B35C-ACB2-454D-8F51-CD06B3C45C9A}" srcOrd="0" destOrd="0" presId="urn:microsoft.com/office/officeart/2005/8/layout/hierarchy3"/>
    <dgm:cxn modelId="{324FE8FD-5342-4664-8F75-91E7CC8FCD71}" srcId="{C7F602D1-2125-47F3-B188-0BD44B2A05AB}" destId="{0FCDE6A2-043C-4B2C-A416-39D2D3E26B00}" srcOrd="3" destOrd="0" parTransId="{B8018A4C-FC18-418B-8B21-6217B4E03CC4}" sibTransId="{16B1BBA8-3D69-44B6-992E-98BBD12E8AC9}"/>
    <dgm:cxn modelId="{D07E7CFE-D307-450B-889E-78E1E4112FE2}" srcId="{4B215143-5DB9-423D-AF70-C3B542895F8A}" destId="{780AD60F-7B8C-465A-9EA8-AA118F8E0264}" srcOrd="0" destOrd="0" parTransId="{C21ED6F7-EEB6-40A4-B4C3-96CAEBE696B0}" sibTransId="{54758BA8-14B5-4079-AD57-57BAA7501C93}"/>
    <dgm:cxn modelId="{36D2C0FE-171F-4E58-9788-06A6F9795694}" srcId="{86F2707B-055B-4DF1-A0F3-6AFBFA15899A}" destId="{31DE207F-3C6F-49AD-890E-30A7F611D1E6}" srcOrd="4" destOrd="0" parTransId="{6267A1E0-0E97-4243-9A84-B7F5FAFC70D0}" sibTransId="{1101D88D-F3BA-4266-BE84-D6E572DE3718}"/>
    <dgm:cxn modelId="{F98E974F-3FEB-4467-9FE9-9A87B0673261}" type="presParOf" srcId="{57D6BA50-19D5-4872-847B-FEC2B2F43154}" destId="{F0237442-CF2E-4F31-84CA-8787E4339462}" srcOrd="0" destOrd="0" presId="urn:microsoft.com/office/officeart/2005/8/layout/hierarchy3"/>
    <dgm:cxn modelId="{E0EBBA58-C0E0-4265-A94A-418A0C2C7A34}" type="presParOf" srcId="{F0237442-CF2E-4F31-84CA-8787E4339462}" destId="{DC9B3A86-5700-45D8-9EC1-700967D8DB21}" srcOrd="0" destOrd="0" presId="urn:microsoft.com/office/officeart/2005/8/layout/hierarchy3"/>
    <dgm:cxn modelId="{436EF9A3-9E54-4FC0-9B5E-D601F7FBE3A2}" type="presParOf" srcId="{DC9B3A86-5700-45D8-9EC1-700967D8DB21}" destId="{07F679B5-2EE3-4EF1-8E6E-A2CD7392E3C6}" srcOrd="0" destOrd="0" presId="urn:microsoft.com/office/officeart/2005/8/layout/hierarchy3"/>
    <dgm:cxn modelId="{A2DF7BD6-10F4-4C44-BF1C-2FCD82D44F86}" type="presParOf" srcId="{DC9B3A86-5700-45D8-9EC1-700967D8DB21}" destId="{D2203403-7696-43E4-B6C6-93BAA3FA7EF1}" srcOrd="1" destOrd="0" presId="urn:microsoft.com/office/officeart/2005/8/layout/hierarchy3"/>
    <dgm:cxn modelId="{AFA2C322-2885-41EF-A75D-EC3527FAF717}" type="presParOf" srcId="{F0237442-CF2E-4F31-84CA-8787E4339462}" destId="{560FBEE4-3E28-4E40-A821-A8AB735C59F4}" srcOrd="1" destOrd="0" presId="urn:microsoft.com/office/officeart/2005/8/layout/hierarchy3"/>
    <dgm:cxn modelId="{6D891F57-A2E8-4845-99AC-BD9F2EBAD17A}" type="presParOf" srcId="{560FBEE4-3E28-4E40-A821-A8AB735C59F4}" destId="{2939572B-5D56-422A-9B28-34C1A75D338A}" srcOrd="0" destOrd="0" presId="urn:microsoft.com/office/officeart/2005/8/layout/hierarchy3"/>
    <dgm:cxn modelId="{2658863B-5E4E-42A0-B618-A723A7DFE896}" type="presParOf" srcId="{560FBEE4-3E28-4E40-A821-A8AB735C59F4}" destId="{8DABC8A1-F321-4D53-883A-EDA55482A944}" srcOrd="1" destOrd="0" presId="urn:microsoft.com/office/officeart/2005/8/layout/hierarchy3"/>
    <dgm:cxn modelId="{D391A2CA-4B3B-4191-9B57-4C1D9F9DF1BC}" type="presParOf" srcId="{57D6BA50-19D5-4872-847B-FEC2B2F43154}" destId="{FF1E45F5-E70F-4D5A-9E59-3C45D60458F1}" srcOrd="1" destOrd="0" presId="urn:microsoft.com/office/officeart/2005/8/layout/hierarchy3"/>
    <dgm:cxn modelId="{7FD306F6-DB44-4231-859E-1663FD083373}" type="presParOf" srcId="{FF1E45F5-E70F-4D5A-9E59-3C45D60458F1}" destId="{D25E44CD-0C4E-4F85-A50A-46FF1F14E319}" srcOrd="0" destOrd="0" presId="urn:microsoft.com/office/officeart/2005/8/layout/hierarchy3"/>
    <dgm:cxn modelId="{B413440E-5B04-476A-8C2D-EC2C7D59F03D}" type="presParOf" srcId="{D25E44CD-0C4E-4F85-A50A-46FF1F14E319}" destId="{B86C1B73-7C48-420F-80AC-E88A34EC3885}" srcOrd="0" destOrd="0" presId="urn:microsoft.com/office/officeart/2005/8/layout/hierarchy3"/>
    <dgm:cxn modelId="{909494EA-56E1-4989-A584-B7BF9F99F950}" type="presParOf" srcId="{D25E44CD-0C4E-4F85-A50A-46FF1F14E319}" destId="{C45C27E6-7778-42DB-B16B-CCD29B7861F5}" srcOrd="1" destOrd="0" presId="urn:microsoft.com/office/officeart/2005/8/layout/hierarchy3"/>
    <dgm:cxn modelId="{5261054A-85B9-4582-8124-A6C2DD2B6723}" type="presParOf" srcId="{FF1E45F5-E70F-4D5A-9E59-3C45D60458F1}" destId="{F8F0B88F-F759-493F-9688-4FB304F58A4D}" srcOrd="1" destOrd="0" presId="urn:microsoft.com/office/officeart/2005/8/layout/hierarchy3"/>
    <dgm:cxn modelId="{91EFC987-6233-4DDF-A7F3-831D7C97E0CA}" type="presParOf" srcId="{F8F0B88F-F759-493F-9688-4FB304F58A4D}" destId="{93254664-546A-4C5C-B2D0-2B5ADAEE8171}" srcOrd="0" destOrd="0" presId="urn:microsoft.com/office/officeart/2005/8/layout/hierarchy3"/>
    <dgm:cxn modelId="{0B9EBD83-D8E8-4BBB-AF6C-358427E008C1}" type="presParOf" srcId="{F8F0B88F-F759-493F-9688-4FB304F58A4D}" destId="{C797BEC8-AD63-4703-88C2-36C0C0C2362B}" srcOrd="1" destOrd="0" presId="urn:microsoft.com/office/officeart/2005/8/layout/hierarchy3"/>
    <dgm:cxn modelId="{94898E39-D692-44D9-A954-8DA1CA41D5F3}" type="presParOf" srcId="{F8F0B88F-F759-493F-9688-4FB304F58A4D}" destId="{47C53E85-C439-46BA-B6F0-31F67D74A7CF}" srcOrd="2" destOrd="0" presId="urn:microsoft.com/office/officeart/2005/8/layout/hierarchy3"/>
    <dgm:cxn modelId="{0929F328-609E-492F-956F-991244ACAC89}" type="presParOf" srcId="{F8F0B88F-F759-493F-9688-4FB304F58A4D}" destId="{50BD1128-6C1C-4ABA-B3A4-6D8AC1174B15}" srcOrd="3" destOrd="0" presId="urn:microsoft.com/office/officeart/2005/8/layout/hierarchy3"/>
    <dgm:cxn modelId="{47CDDE91-903A-4464-B4CA-590E882BD6B0}" type="presParOf" srcId="{F8F0B88F-F759-493F-9688-4FB304F58A4D}" destId="{CEF962F3-12D6-43E8-B259-48590E6F4485}" srcOrd="4" destOrd="0" presId="urn:microsoft.com/office/officeart/2005/8/layout/hierarchy3"/>
    <dgm:cxn modelId="{A5636158-ED35-41BC-B3AA-D6815460C54B}" type="presParOf" srcId="{F8F0B88F-F759-493F-9688-4FB304F58A4D}" destId="{A34023EE-03C6-4F9E-843B-B1399C6676D0}" srcOrd="5" destOrd="0" presId="urn:microsoft.com/office/officeart/2005/8/layout/hierarchy3"/>
    <dgm:cxn modelId="{B25459F0-B815-4CA1-9D04-8D4826F6AB5D}" type="presParOf" srcId="{F8F0B88F-F759-493F-9688-4FB304F58A4D}" destId="{DECD3334-1515-4B8D-9897-D2EA646E2B03}" srcOrd="6" destOrd="0" presId="urn:microsoft.com/office/officeart/2005/8/layout/hierarchy3"/>
    <dgm:cxn modelId="{7FEE0A3F-4DE2-4A64-B1D5-A8A5EAC6F6AD}" type="presParOf" srcId="{F8F0B88F-F759-493F-9688-4FB304F58A4D}" destId="{433C1C0E-AC50-4C9B-9AC1-307B780D2C44}" srcOrd="7" destOrd="0" presId="urn:microsoft.com/office/officeart/2005/8/layout/hierarchy3"/>
    <dgm:cxn modelId="{B32138C5-116A-4403-8F4C-514260394060}" type="presParOf" srcId="{F8F0B88F-F759-493F-9688-4FB304F58A4D}" destId="{4F056781-6671-42B7-BA88-25502755FFBD}" srcOrd="8" destOrd="0" presId="urn:microsoft.com/office/officeart/2005/8/layout/hierarchy3"/>
    <dgm:cxn modelId="{6040739E-E1F2-43F3-AFA8-D0E089A2BE51}" type="presParOf" srcId="{F8F0B88F-F759-493F-9688-4FB304F58A4D}" destId="{67C8F6D0-2A70-4064-BF87-FF3146A4E679}" srcOrd="9" destOrd="0" presId="urn:microsoft.com/office/officeart/2005/8/layout/hierarchy3"/>
    <dgm:cxn modelId="{25AB3E3E-5769-459E-BB1D-F1B91EA705E3}" type="presParOf" srcId="{F8F0B88F-F759-493F-9688-4FB304F58A4D}" destId="{11AFE92B-579C-421A-B66B-B84B3A21803A}" srcOrd="10" destOrd="0" presId="urn:microsoft.com/office/officeart/2005/8/layout/hierarchy3"/>
    <dgm:cxn modelId="{2FF40C85-4896-40FD-BE74-1E13AEDB635E}" type="presParOf" srcId="{F8F0B88F-F759-493F-9688-4FB304F58A4D}" destId="{590DB56E-1FD8-42ED-BAA4-DD9D496C9DF1}" srcOrd="11" destOrd="0" presId="urn:microsoft.com/office/officeart/2005/8/layout/hierarchy3"/>
    <dgm:cxn modelId="{105DB77D-E5BD-43E0-AC57-E12E1C08E2BC}" type="presParOf" srcId="{57D6BA50-19D5-4872-847B-FEC2B2F43154}" destId="{EE8630B6-1577-44DE-B1DD-E5E62EB1C386}" srcOrd="2" destOrd="0" presId="urn:microsoft.com/office/officeart/2005/8/layout/hierarchy3"/>
    <dgm:cxn modelId="{2FB6E46A-A34F-4158-9528-A3A34C0C1073}" type="presParOf" srcId="{EE8630B6-1577-44DE-B1DD-E5E62EB1C386}" destId="{F2E4D620-13D8-41B4-911E-AADE5C883C1A}" srcOrd="0" destOrd="0" presId="urn:microsoft.com/office/officeart/2005/8/layout/hierarchy3"/>
    <dgm:cxn modelId="{FB06FBC6-1B5E-4EB9-88F2-603FF7C5D0B4}" type="presParOf" srcId="{F2E4D620-13D8-41B4-911E-AADE5C883C1A}" destId="{260F4F0E-FEDF-4E58-9EBB-389EC6276032}" srcOrd="0" destOrd="0" presId="urn:microsoft.com/office/officeart/2005/8/layout/hierarchy3"/>
    <dgm:cxn modelId="{645CE674-B9C4-4CD1-853C-CDC26CE7585D}" type="presParOf" srcId="{F2E4D620-13D8-41B4-911E-AADE5C883C1A}" destId="{40732002-E189-449F-B6A6-5C4188F7F2DF}" srcOrd="1" destOrd="0" presId="urn:microsoft.com/office/officeart/2005/8/layout/hierarchy3"/>
    <dgm:cxn modelId="{279F4D9C-266A-410F-8A2F-08B8B0FBA0EA}" type="presParOf" srcId="{EE8630B6-1577-44DE-B1DD-E5E62EB1C386}" destId="{11B51C43-E26D-4DCB-B64A-2F0A20882FF1}" srcOrd="1" destOrd="0" presId="urn:microsoft.com/office/officeart/2005/8/layout/hierarchy3"/>
    <dgm:cxn modelId="{6A04CD32-9B08-4B4C-AA17-C3DE440254AD}" type="presParOf" srcId="{11B51C43-E26D-4DCB-B64A-2F0A20882FF1}" destId="{A6936042-63BC-4768-85BF-D19549B5D02B}" srcOrd="0" destOrd="0" presId="urn:microsoft.com/office/officeart/2005/8/layout/hierarchy3"/>
    <dgm:cxn modelId="{8175274D-B363-470F-B186-6B24D9FA51AD}" type="presParOf" srcId="{11B51C43-E26D-4DCB-B64A-2F0A20882FF1}" destId="{6E57061C-2717-4546-B531-B60175AE71EC}" srcOrd="1" destOrd="0" presId="urn:microsoft.com/office/officeart/2005/8/layout/hierarchy3"/>
    <dgm:cxn modelId="{54B71E61-00DE-484A-9301-D80ECC046CE2}" type="presParOf" srcId="{11B51C43-E26D-4DCB-B64A-2F0A20882FF1}" destId="{66317A17-1B85-401D-A1D2-30743D2E2BBA}" srcOrd="2" destOrd="0" presId="urn:microsoft.com/office/officeart/2005/8/layout/hierarchy3"/>
    <dgm:cxn modelId="{D748DCCD-1F78-4C5D-B18D-4305ADE3DCD9}" type="presParOf" srcId="{11B51C43-E26D-4DCB-B64A-2F0A20882FF1}" destId="{EA9809D9-B50A-4D50-91CD-522CDA52FE02}" srcOrd="3" destOrd="0" presId="urn:microsoft.com/office/officeart/2005/8/layout/hierarchy3"/>
    <dgm:cxn modelId="{FAEF2B3B-BDE3-426B-8D83-D9D107351661}" type="presParOf" srcId="{57D6BA50-19D5-4872-847B-FEC2B2F43154}" destId="{69937B6B-2C27-40BC-AA35-2E8DB735534F}" srcOrd="3" destOrd="0" presId="urn:microsoft.com/office/officeart/2005/8/layout/hierarchy3"/>
    <dgm:cxn modelId="{912C6255-6DD5-45B9-8A94-6178813FF661}" type="presParOf" srcId="{69937B6B-2C27-40BC-AA35-2E8DB735534F}" destId="{15F53963-0586-4A3A-92F9-1CD63CC8ACE1}" srcOrd="0" destOrd="0" presId="urn:microsoft.com/office/officeart/2005/8/layout/hierarchy3"/>
    <dgm:cxn modelId="{1C4620EE-955C-4FEF-B486-F0488CDD3E44}" type="presParOf" srcId="{15F53963-0586-4A3A-92F9-1CD63CC8ACE1}" destId="{83B786A0-3A58-4E96-9005-843DAE2880EA}" srcOrd="0" destOrd="0" presId="urn:microsoft.com/office/officeart/2005/8/layout/hierarchy3"/>
    <dgm:cxn modelId="{0A30CB6B-8CFA-4333-83C9-50344503EBD3}" type="presParOf" srcId="{15F53963-0586-4A3A-92F9-1CD63CC8ACE1}" destId="{F74933DB-291D-471A-96F3-E754249528D4}" srcOrd="1" destOrd="0" presId="urn:microsoft.com/office/officeart/2005/8/layout/hierarchy3"/>
    <dgm:cxn modelId="{4A4BE354-340E-40CA-B348-90DC921BC393}" type="presParOf" srcId="{69937B6B-2C27-40BC-AA35-2E8DB735534F}" destId="{74ABB8BE-3C30-4478-A92E-737810259FFF}" srcOrd="1" destOrd="0" presId="urn:microsoft.com/office/officeart/2005/8/layout/hierarchy3"/>
    <dgm:cxn modelId="{6D754F92-2A2C-45B0-A688-C6B2CA1C22D8}" type="presParOf" srcId="{74ABB8BE-3C30-4478-A92E-737810259FFF}" destId="{410BD888-3EA2-4CB5-BD45-2E427B867C58}" srcOrd="0" destOrd="0" presId="urn:microsoft.com/office/officeart/2005/8/layout/hierarchy3"/>
    <dgm:cxn modelId="{BEC594C2-26B0-46DE-92BC-8DEDC909573D}" type="presParOf" srcId="{74ABB8BE-3C30-4478-A92E-737810259FFF}" destId="{77A1D505-2DF7-43DC-BE14-7F6E9D72D8E3}" srcOrd="1" destOrd="0" presId="urn:microsoft.com/office/officeart/2005/8/layout/hierarchy3"/>
    <dgm:cxn modelId="{EC34B414-C47D-432A-B1DF-AF24D36D786D}" type="presParOf" srcId="{74ABB8BE-3C30-4478-A92E-737810259FFF}" destId="{729382CD-8B46-4434-BC3F-FFFC26E886B7}" srcOrd="2" destOrd="0" presId="urn:microsoft.com/office/officeart/2005/8/layout/hierarchy3"/>
    <dgm:cxn modelId="{06D87A1A-45D4-461D-A41C-192E88F9E013}" type="presParOf" srcId="{74ABB8BE-3C30-4478-A92E-737810259FFF}" destId="{08C2D977-BB05-4550-984C-015B50ED4F32}" srcOrd="3" destOrd="0" presId="urn:microsoft.com/office/officeart/2005/8/layout/hierarchy3"/>
    <dgm:cxn modelId="{A4B3F9EF-89D1-4EF4-97A7-3DF5ED78FD80}" type="presParOf" srcId="{74ABB8BE-3C30-4478-A92E-737810259FFF}" destId="{344612A8-18B0-4F94-AE05-FDCAFB95AAB6}" srcOrd="4" destOrd="0" presId="urn:microsoft.com/office/officeart/2005/8/layout/hierarchy3"/>
    <dgm:cxn modelId="{7A313E91-89E8-4D45-AD87-95F9AD6F55CF}" type="presParOf" srcId="{74ABB8BE-3C30-4478-A92E-737810259FFF}" destId="{0C9FEFF8-6ACC-47EF-9910-F37729AC5971}" srcOrd="5" destOrd="0" presId="urn:microsoft.com/office/officeart/2005/8/layout/hierarchy3"/>
    <dgm:cxn modelId="{5EDF6DA7-B771-4000-99A2-BCD13104380D}" type="presParOf" srcId="{57D6BA50-19D5-4872-847B-FEC2B2F43154}" destId="{F61156A0-270A-4ACF-A4C5-12B221B6A57B}" srcOrd="4" destOrd="0" presId="urn:microsoft.com/office/officeart/2005/8/layout/hierarchy3"/>
    <dgm:cxn modelId="{C08AF3E2-06B8-4ACF-8FA8-66B3A4D2D1DB}" type="presParOf" srcId="{F61156A0-270A-4ACF-A4C5-12B221B6A57B}" destId="{9FC202C9-DC7C-493E-8531-25E47CC8077B}" srcOrd="0" destOrd="0" presId="urn:microsoft.com/office/officeart/2005/8/layout/hierarchy3"/>
    <dgm:cxn modelId="{B852FD01-D9E6-43AE-94F0-EF39E641202F}" type="presParOf" srcId="{9FC202C9-DC7C-493E-8531-25E47CC8077B}" destId="{9BEBB5E7-C704-4016-869C-953B84609848}" srcOrd="0" destOrd="0" presId="urn:microsoft.com/office/officeart/2005/8/layout/hierarchy3"/>
    <dgm:cxn modelId="{C693A0AC-0C9D-48DF-897A-06ACFC227420}" type="presParOf" srcId="{9FC202C9-DC7C-493E-8531-25E47CC8077B}" destId="{F3C66090-519D-4782-9709-093AED0A9E57}" srcOrd="1" destOrd="0" presId="urn:microsoft.com/office/officeart/2005/8/layout/hierarchy3"/>
    <dgm:cxn modelId="{E5DA2AC0-F6F4-47B0-A131-6FF284097E49}" type="presParOf" srcId="{F61156A0-270A-4ACF-A4C5-12B221B6A57B}" destId="{245506FA-0444-4FC2-B251-1F92BBDC5F2B}" srcOrd="1" destOrd="0" presId="urn:microsoft.com/office/officeart/2005/8/layout/hierarchy3"/>
    <dgm:cxn modelId="{B2AE7E3A-AB06-41D9-9999-F089F2D696B1}" type="presParOf" srcId="{245506FA-0444-4FC2-B251-1F92BBDC5F2B}" destId="{D7B6265F-D28D-450F-A708-3A405A2618DB}" srcOrd="0" destOrd="0" presId="urn:microsoft.com/office/officeart/2005/8/layout/hierarchy3"/>
    <dgm:cxn modelId="{706D1499-7E66-4B5C-B59D-BB9167D909A1}" type="presParOf" srcId="{245506FA-0444-4FC2-B251-1F92BBDC5F2B}" destId="{83279F6E-6196-4BCC-8AE9-EAB2390FFBB4}" srcOrd="1" destOrd="0" presId="urn:microsoft.com/office/officeart/2005/8/layout/hierarchy3"/>
    <dgm:cxn modelId="{9F180E30-7793-4F9C-B43E-5F5468B13DC7}" type="presParOf" srcId="{245506FA-0444-4FC2-B251-1F92BBDC5F2B}" destId="{7E5948D4-E30C-431D-9A8B-A2A4313F0E22}" srcOrd="2" destOrd="0" presId="urn:microsoft.com/office/officeart/2005/8/layout/hierarchy3"/>
    <dgm:cxn modelId="{84C5AB31-CF8A-4954-8A33-F4431423B1D0}" type="presParOf" srcId="{245506FA-0444-4FC2-B251-1F92BBDC5F2B}" destId="{D9059628-8BC7-4753-BC34-C14A9902F81E}" srcOrd="3" destOrd="0" presId="urn:microsoft.com/office/officeart/2005/8/layout/hierarchy3"/>
    <dgm:cxn modelId="{583CE7A3-67DE-4DB2-861C-84EFB36F4078}" type="presParOf" srcId="{245506FA-0444-4FC2-B251-1F92BBDC5F2B}" destId="{C1B74DBF-07AD-4075-9475-BBFD6B4D2C85}" srcOrd="4" destOrd="0" presId="urn:microsoft.com/office/officeart/2005/8/layout/hierarchy3"/>
    <dgm:cxn modelId="{8DD2A43F-70E3-4EBD-8F03-93226806FA46}" type="presParOf" srcId="{245506FA-0444-4FC2-B251-1F92BBDC5F2B}" destId="{AACE1C37-BF6A-4FD5-BB00-FB346726303A}" srcOrd="5" destOrd="0" presId="urn:microsoft.com/office/officeart/2005/8/layout/hierarchy3"/>
    <dgm:cxn modelId="{06A73E1E-4B42-4FE7-B47F-E3149E795EFD}" type="presParOf" srcId="{245506FA-0444-4FC2-B251-1F92BBDC5F2B}" destId="{897B28A2-05AF-411C-A4F8-14CB111ED3DC}" srcOrd="6" destOrd="0" presId="urn:microsoft.com/office/officeart/2005/8/layout/hierarchy3"/>
    <dgm:cxn modelId="{5E365DFE-85D6-4784-AB2C-3E7C77E72A0D}" type="presParOf" srcId="{245506FA-0444-4FC2-B251-1F92BBDC5F2B}" destId="{1EFCF9F1-C2AC-4860-A8EC-104824BA6515}" srcOrd="7" destOrd="0" presId="urn:microsoft.com/office/officeart/2005/8/layout/hierarchy3"/>
    <dgm:cxn modelId="{22BC3EB6-9DE8-4C5E-9381-5F2417C3E551}" type="presParOf" srcId="{57D6BA50-19D5-4872-847B-FEC2B2F43154}" destId="{813499BB-061B-4827-9DE2-7AB5050F7203}" srcOrd="5" destOrd="0" presId="urn:microsoft.com/office/officeart/2005/8/layout/hierarchy3"/>
    <dgm:cxn modelId="{436B6D6D-1E47-40B1-A693-7FBDE6A54E5E}" type="presParOf" srcId="{813499BB-061B-4827-9DE2-7AB5050F7203}" destId="{750C14E4-BA5E-4888-95BB-B151A4C588C4}" srcOrd="0" destOrd="0" presId="urn:microsoft.com/office/officeart/2005/8/layout/hierarchy3"/>
    <dgm:cxn modelId="{71DA959F-216F-4BC9-BECB-00BE1757C761}" type="presParOf" srcId="{750C14E4-BA5E-4888-95BB-B151A4C588C4}" destId="{6D199B55-1456-445D-BF2B-7D9E2E040D9F}" srcOrd="0" destOrd="0" presId="urn:microsoft.com/office/officeart/2005/8/layout/hierarchy3"/>
    <dgm:cxn modelId="{E41A8718-5665-499D-A1C4-D84662607B58}" type="presParOf" srcId="{750C14E4-BA5E-4888-95BB-B151A4C588C4}" destId="{0F41B337-9DB3-498A-A573-C41712A976F0}" srcOrd="1" destOrd="0" presId="urn:microsoft.com/office/officeart/2005/8/layout/hierarchy3"/>
    <dgm:cxn modelId="{8F10C801-D1E1-4AB8-85B0-28582EA0E6E1}" type="presParOf" srcId="{813499BB-061B-4827-9DE2-7AB5050F7203}" destId="{168D2A3F-C7EE-4515-B57A-CD97B45F8D77}" srcOrd="1" destOrd="0" presId="urn:microsoft.com/office/officeart/2005/8/layout/hierarchy3"/>
    <dgm:cxn modelId="{37F86573-D355-4C6A-B7FB-C95C672DEFBA}" type="presParOf" srcId="{168D2A3F-C7EE-4515-B57A-CD97B45F8D77}" destId="{48B66715-CA22-4D02-8EF4-6E3B12F0A406}" srcOrd="0" destOrd="0" presId="urn:microsoft.com/office/officeart/2005/8/layout/hierarchy3"/>
    <dgm:cxn modelId="{CF14749E-2299-49C1-85B1-CD239971CC7F}" type="presParOf" srcId="{168D2A3F-C7EE-4515-B57A-CD97B45F8D77}" destId="{E211FADB-B350-4858-9442-206B25C1B866}" srcOrd="1" destOrd="0" presId="urn:microsoft.com/office/officeart/2005/8/layout/hierarchy3"/>
    <dgm:cxn modelId="{E11A051B-6163-486D-B157-42317F4A3ECB}" type="presParOf" srcId="{168D2A3F-C7EE-4515-B57A-CD97B45F8D77}" destId="{B2A929E1-FA05-466B-B434-027E869B6FD2}" srcOrd="2" destOrd="0" presId="urn:microsoft.com/office/officeart/2005/8/layout/hierarchy3"/>
    <dgm:cxn modelId="{406D6A90-A2F3-4AD1-9434-F374983134B3}" type="presParOf" srcId="{168D2A3F-C7EE-4515-B57A-CD97B45F8D77}" destId="{59A2AA9C-386C-4738-8AC0-55D33FC64CC7}" srcOrd="3" destOrd="0" presId="urn:microsoft.com/office/officeart/2005/8/layout/hierarchy3"/>
    <dgm:cxn modelId="{90EE2005-A981-4B2E-B756-1E271B60248C}" type="presParOf" srcId="{168D2A3F-C7EE-4515-B57A-CD97B45F8D77}" destId="{2D1364E5-FF7B-472C-B293-F0753108FFE1}" srcOrd="4" destOrd="0" presId="urn:microsoft.com/office/officeart/2005/8/layout/hierarchy3"/>
    <dgm:cxn modelId="{CF2B70FD-B0C0-4426-A03E-6A3DFFD3BB08}" type="presParOf" srcId="{168D2A3F-C7EE-4515-B57A-CD97B45F8D77}" destId="{5E0539DD-06F8-4623-8D08-C96B02107D12}" srcOrd="5" destOrd="0" presId="urn:microsoft.com/office/officeart/2005/8/layout/hierarchy3"/>
    <dgm:cxn modelId="{9B4AEE57-EC80-4876-8562-6E3014ED23EA}" type="presParOf" srcId="{168D2A3F-C7EE-4515-B57A-CD97B45F8D77}" destId="{1CA210DB-A959-49D3-ACC7-CAA10BE728F8}" srcOrd="6" destOrd="0" presId="urn:microsoft.com/office/officeart/2005/8/layout/hierarchy3"/>
    <dgm:cxn modelId="{AAFB7760-4DDE-40D0-A701-52825F90AA61}" type="presParOf" srcId="{168D2A3F-C7EE-4515-B57A-CD97B45F8D77}" destId="{1D0BA206-7D13-414B-AAF5-3959F09435F8}" srcOrd="7" destOrd="0" presId="urn:microsoft.com/office/officeart/2005/8/layout/hierarchy3"/>
    <dgm:cxn modelId="{B63D46BB-A136-4F07-B197-054509ACDD01}" type="presParOf" srcId="{168D2A3F-C7EE-4515-B57A-CD97B45F8D77}" destId="{54E6591B-A9E8-4C5E-87E2-1C5426D035A6}" srcOrd="8" destOrd="0" presId="urn:microsoft.com/office/officeart/2005/8/layout/hierarchy3"/>
    <dgm:cxn modelId="{410918B7-D92A-43DD-8834-EE543B37F355}" type="presParOf" srcId="{168D2A3F-C7EE-4515-B57A-CD97B45F8D77}" destId="{3FCC3207-4019-4EAC-9C92-3C5E3784510B}" srcOrd="9" destOrd="0" presId="urn:microsoft.com/office/officeart/2005/8/layout/hierarchy3"/>
    <dgm:cxn modelId="{ED9CE4EE-AA0D-4042-8D01-846F0CE9A9E5}" type="presParOf" srcId="{57D6BA50-19D5-4872-847B-FEC2B2F43154}" destId="{66533BE4-189A-40DB-B333-8F48454E422D}" srcOrd="6" destOrd="0" presId="urn:microsoft.com/office/officeart/2005/8/layout/hierarchy3"/>
    <dgm:cxn modelId="{80778A2B-8979-485D-9877-35E82E71A074}" type="presParOf" srcId="{66533BE4-189A-40DB-B333-8F48454E422D}" destId="{5A5F12D4-471C-4542-ADF8-DFD622A1F94D}" srcOrd="0" destOrd="0" presId="urn:microsoft.com/office/officeart/2005/8/layout/hierarchy3"/>
    <dgm:cxn modelId="{C34F40A9-446C-42C2-B23D-04BEB852B904}" type="presParOf" srcId="{5A5F12D4-471C-4542-ADF8-DFD622A1F94D}" destId="{0D43CCA4-5474-464C-99C9-12C0FE229990}" srcOrd="0" destOrd="0" presId="urn:microsoft.com/office/officeart/2005/8/layout/hierarchy3"/>
    <dgm:cxn modelId="{AD085E67-8E56-4132-A891-3A4381E28416}" type="presParOf" srcId="{5A5F12D4-471C-4542-ADF8-DFD622A1F94D}" destId="{1EB7969C-071D-4B90-A1E7-E30D66FDAFA6}" srcOrd="1" destOrd="0" presId="urn:microsoft.com/office/officeart/2005/8/layout/hierarchy3"/>
    <dgm:cxn modelId="{20EAD66D-9007-4A6A-8592-D0EAFAADE82F}" type="presParOf" srcId="{66533BE4-189A-40DB-B333-8F48454E422D}" destId="{22C62D49-E58D-4D63-B920-041560D8F9A0}" srcOrd="1" destOrd="0" presId="urn:microsoft.com/office/officeart/2005/8/layout/hierarchy3"/>
    <dgm:cxn modelId="{51EC158B-2096-4F3E-BB5C-74CB168F8239}" type="presParOf" srcId="{22C62D49-E58D-4D63-B920-041560D8F9A0}" destId="{3F21028E-42F8-444A-A033-BDC9FBAAE140}" srcOrd="0" destOrd="0" presId="urn:microsoft.com/office/officeart/2005/8/layout/hierarchy3"/>
    <dgm:cxn modelId="{36007C80-D4BB-4B80-B2A3-951D4E88B9D7}" type="presParOf" srcId="{22C62D49-E58D-4D63-B920-041560D8F9A0}" destId="{01F8E771-01AA-43B3-A56E-2803B1A28791}" srcOrd="1" destOrd="0" presId="urn:microsoft.com/office/officeart/2005/8/layout/hierarchy3"/>
    <dgm:cxn modelId="{394D92D2-D26F-4DA5-AF5B-C8B1939CE607}" type="presParOf" srcId="{22C62D49-E58D-4D63-B920-041560D8F9A0}" destId="{F045E2D1-C930-4657-AFBD-B54B05310B75}" srcOrd="2" destOrd="0" presId="urn:microsoft.com/office/officeart/2005/8/layout/hierarchy3"/>
    <dgm:cxn modelId="{512AD858-73F4-493E-AB3E-BBF44357A4D9}" type="presParOf" srcId="{22C62D49-E58D-4D63-B920-041560D8F9A0}" destId="{2607B35C-ACB2-454D-8F51-CD06B3C45C9A}" srcOrd="3" destOrd="0" presId="urn:microsoft.com/office/officeart/2005/8/layout/hierarchy3"/>
    <dgm:cxn modelId="{1F6C3A76-2ED5-4900-95E8-7EC323A587A5}" type="presParOf" srcId="{22C62D49-E58D-4D63-B920-041560D8F9A0}" destId="{5CD83093-7D64-4A9E-8198-2816C5CA3BBA}" srcOrd="4" destOrd="0" presId="urn:microsoft.com/office/officeart/2005/8/layout/hierarchy3"/>
    <dgm:cxn modelId="{405B7E7B-61B9-4AD2-B916-D92B675883C0}" type="presParOf" srcId="{22C62D49-E58D-4D63-B920-041560D8F9A0}" destId="{30A31D10-B255-4104-A053-BC0527946D93}" srcOrd="5" destOrd="0" presId="urn:microsoft.com/office/officeart/2005/8/layout/hierarchy3"/>
    <dgm:cxn modelId="{F29451CD-ACB9-45B4-A9D3-EF29C7C13DC2}" type="presParOf" srcId="{22C62D49-E58D-4D63-B920-041560D8F9A0}" destId="{4F7953B1-8E45-4EF5-808F-FA112CC2B6E1}" srcOrd="6" destOrd="0" presId="urn:microsoft.com/office/officeart/2005/8/layout/hierarchy3"/>
    <dgm:cxn modelId="{78929BF1-9CA5-46C3-B884-F13E42984EFB}" type="presParOf" srcId="{22C62D49-E58D-4D63-B920-041560D8F9A0}" destId="{12431A66-AE2A-49E9-99F4-256A54F54DF1}" srcOrd="7" destOrd="0" presId="urn:microsoft.com/office/officeart/2005/8/layout/hierarchy3"/>
    <dgm:cxn modelId="{3435CC39-1A42-4405-9EF8-C34EBFA1C77C}" type="presParOf" srcId="{22C62D49-E58D-4D63-B920-041560D8F9A0}" destId="{D91A679B-94E6-49C1-86AF-496686951136}" srcOrd="8" destOrd="0" presId="urn:microsoft.com/office/officeart/2005/8/layout/hierarchy3"/>
    <dgm:cxn modelId="{16D513DF-81A9-4663-ABCD-2D721A331D5A}" type="presParOf" srcId="{22C62D49-E58D-4D63-B920-041560D8F9A0}" destId="{6AA8D02B-5059-4B0F-BB36-C45E40BCE7D8}" srcOrd="9" destOrd="0" presId="urn:microsoft.com/office/officeart/2005/8/layout/hierarchy3"/>
    <dgm:cxn modelId="{8B6CB89D-C75B-4645-9E0F-6922E296F2A5}" type="presParOf" srcId="{57D6BA50-19D5-4872-847B-FEC2B2F43154}" destId="{33A5D721-8BC6-499A-B9EE-B038F3C6AA81}" srcOrd="7" destOrd="0" presId="urn:microsoft.com/office/officeart/2005/8/layout/hierarchy3"/>
    <dgm:cxn modelId="{A156D5F8-D5A4-4B04-9BFA-EC60238F0ECE}" type="presParOf" srcId="{33A5D721-8BC6-499A-B9EE-B038F3C6AA81}" destId="{CE93E32C-F51F-4361-B087-9A42B2A81DAA}" srcOrd="0" destOrd="0" presId="urn:microsoft.com/office/officeart/2005/8/layout/hierarchy3"/>
    <dgm:cxn modelId="{5365D427-FB39-4762-8420-AC8E8B8B8E4C}" type="presParOf" srcId="{CE93E32C-F51F-4361-B087-9A42B2A81DAA}" destId="{01BDE3AF-7868-452A-BBEA-77E57C4DC04A}" srcOrd="0" destOrd="0" presId="urn:microsoft.com/office/officeart/2005/8/layout/hierarchy3"/>
    <dgm:cxn modelId="{1FE7D9B3-34B1-4BA7-A520-B0CCD3797E59}" type="presParOf" srcId="{CE93E32C-F51F-4361-B087-9A42B2A81DAA}" destId="{516A0880-BB3C-4C64-B51A-E9901CBADF36}" srcOrd="1" destOrd="0" presId="urn:microsoft.com/office/officeart/2005/8/layout/hierarchy3"/>
    <dgm:cxn modelId="{27A5A966-E02E-4A87-873F-EC8370C7D194}" type="presParOf" srcId="{33A5D721-8BC6-499A-B9EE-B038F3C6AA81}" destId="{FB7E83B7-2370-458E-AFF7-81286F2A7F23}" srcOrd="1" destOrd="0" presId="urn:microsoft.com/office/officeart/2005/8/layout/hierarchy3"/>
    <dgm:cxn modelId="{E943AE8F-189B-4FFF-B1F0-997AA7288B72}" type="presParOf" srcId="{FB7E83B7-2370-458E-AFF7-81286F2A7F23}" destId="{E79C782E-9187-4BE1-907A-4380F9B0AB4F}" srcOrd="0" destOrd="0" presId="urn:microsoft.com/office/officeart/2005/8/layout/hierarchy3"/>
    <dgm:cxn modelId="{3C97AA74-BF46-448C-8914-F39F0C96136B}" type="presParOf" srcId="{FB7E83B7-2370-458E-AFF7-81286F2A7F23}" destId="{683E81F4-397C-4D9F-8FB7-C0D775022EF5}" srcOrd="1" destOrd="0" presId="urn:microsoft.com/office/officeart/2005/8/layout/hierarchy3"/>
    <dgm:cxn modelId="{FD46F93F-1A88-4D68-ACF6-F4B2B2E43BA5}" type="presParOf" srcId="{FB7E83B7-2370-458E-AFF7-81286F2A7F23}" destId="{9964D718-496B-4D70-B52A-8A2D1AA2C910}" srcOrd="2" destOrd="0" presId="urn:microsoft.com/office/officeart/2005/8/layout/hierarchy3"/>
    <dgm:cxn modelId="{4C525942-ACF8-4E52-BE9B-4F9F41CE67D5}" type="presParOf" srcId="{FB7E83B7-2370-458E-AFF7-81286F2A7F23}" destId="{D1A635A6-EACD-4B93-AEED-069FDB139CF7}" srcOrd="3" destOrd="0" presId="urn:microsoft.com/office/officeart/2005/8/layout/hierarchy3"/>
    <dgm:cxn modelId="{377C2E35-035C-4290-B44A-ECF82D563748}" type="presParOf" srcId="{FB7E83B7-2370-458E-AFF7-81286F2A7F23}" destId="{A21A5485-B6D9-4B3E-AADE-1F831D9CEB68}" srcOrd="4" destOrd="0" presId="urn:microsoft.com/office/officeart/2005/8/layout/hierarchy3"/>
    <dgm:cxn modelId="{DC0EE22A-737B-40E2-B989-48C40823D7CD}" type="presParOf" srcId="{FB7E83B7-2370-458E-AFF7-81286F2A7F23}" destId="{6B92169C-FAA0-487A-B83A-CEC4CC3CFCDE}" srcOrd="5" destOrd="0" presId="urn:microsoft.com/office/officeart/2005/8/layout/hierarchy3"/>
    <dgm:cxn modelId="{A6D0E4CD-7CB4-453B-8FF4-05D79BE24F7A}" type="presParOf" srcId="{FB7E83B7-2370-458E-AFF7-81286F2A7F23}" destId="{04F38966-5FF4-4185-9444-4EAF68F1AB42}" srcOrd="6" destOrd="0" presId="urn:microsoft.com/office/officeart/2005/8/layout/hierarchy3"/>
    <dgm:cxn modelId="{C07BA15B-B255-490F-9F41-7CF3B4518C7B}" type="presParOf" srcId="{FB7E83B7-2370-458E-AFF7-81286F2A7F23}" destId="{AF80209A-B748-4FF3-AACA-2822DCB2EFEB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3A3670-B232-434B-85DB-E56E461E9E5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9F93437A-CDA6-4BBE-B87E-DADBBF758C48}">
      <dgm:prSet phldrT="[Text]"/>
      <dgm:spPr/>
      <dgm:t>
        <a:bodyPr/>
        <a:lstStyle/>
        <a:p>
          <a:r>
            <a:rPr lang="en-ZA" dirty="0"/>
            <a:t>Pre-Approved</a:t>
          </a:r>
        </a:p>
      </dgm:t>
    </dgm:pt>
    <dgm:pt modelId="{E16F4334-B0D9-4295-9757-2BF984F74BBC}" type="parTrans" cxnId="{48BE994D-A222-43B9-9056-486070D89E79}">
      <dgm:prSet/>
      <dgm:spPr/>
      <dgm:t>
        <a:bodyPr/>
        <a:lstStyle/>
        <a:p>
          <a:endParaRPr lang="en-ZA"/>
        </a:p>
      </dgm:t>
    </dgm:pt>
    <dgm:pt modelId="{4F855306-2AA4-44A9-90EE-2C8C82C9DCE1}" type="sibTrans" cxnId="{48BE994D-A222-43B9-9056-486070D89E79}">
      <dgm:prSet/>
      <dgm:spPr/>
      <dgm:t>
        <a:bodyPr/>
        <a:lstStyle/>
        <a:p>
          <a:endParaRPr lang="en-ZA"/>
        </a:p>
      </dgm:t>
    </dgm:pt>
    <dgm:pt modelId="{BD07CAA4-4A20-44A3-9BC0-57A803524A98}">
      <dgm:prSet phldrT="[Text]"/>
      <dgm:spPr/>
      <dgm:t>
        <a:bodyPr/>
        <a:lstStyle/>
        <a:p>
          <a:r>
            <a:rPr lang="en-ZA" dirty="0"/>
            <a:t>Approved</a:t>
          </a:r>
        </a:p>
      </dgm:t>
    </dgm:pt>
    <dgm:pt modelId="{170BF20A-BB1A-4BC4-949A-CA42336EE1FC}" type="parTrans" cxnId="{5A05A23E-5EB8-480C-81C0-4BE1ED0B1D79}">
      <dgm:prSet/>
      <dgm:spPr/>
      <dgm:t>
        <a:bodyPr/>
        <a:lstStyle/>
        <a:p>
          <a:endParaRPr lang="en-ZA"/>
        </a:p>
      </dgm:t>
    </dgm:pt>
    <dgm:pt modelId="{F8372894-63B2-4E6A-A146-07CAF42F6EDB}" type="sibTrans" cxnId="{5A05A23E-5EB8-480C-81C0-4BE1ED0B1D79}">
      <dgm:prSet/>
      <dgm:spPr/>
      <dgm:t>
        <a:bodyPr/>
        <a:lstStyle/>
        <a:p>
          <a:endParaRPr lang="en-ZA"/>
        </a:p>
      </dgm:t>
    </dgm:pt>
    <dgm:pt modelId="{18C56A1C-6D39-43E4-AC26-E08B9521DCD3}">
      <dgm:prSet phldrT="[Text]"/>
      <dgm:spPr/>
      <dgm:t>
        <a:bodyPr/>
        <a:lstStyle/>
        <a:p>
          <a:r>
            <a:rPr lang="en-ZA" dirty="0"/>
            <a:t>Spatial</a:t>
          </a:r>
        </a:p>
      </dgm:t>
    </dgm:pt>
    <dgm:pt modelId="{172CCC79-CF61-413B-B2ED-64FDF9EC0FF0}" type="parTrans" cxnId="{5903A5DD-2BA0-4F70-977B-6BC3CAF4ABDD}">
      <dgm:prSet/>
      <dgm:spPr/>
      <dgm:t>
        <a:bodyPr/>
        <a:lstStyle/>
        <a:p>
          <a:endParaRPr lang="en-ZA"/>
        </a:p>
      </dgm:t>
    </dgm:pt>
    <dgm:pt modelId="{325D51EE-72A5-401A-A5FE-1282048CE765}" type="sibTrans" cxnId="{5903A5DD-2BA0-4F70-977B-6BC3CAF4ABDD}">
      <dgm:prSet/>
      <dgm:spPr/>
      <dgm:t>
        <a:bodyPr/>
        <a:lstStyle/>
        <a:p>
          <a:endParaRPr lang="en-ZA"/>
        </a:p>
      </dgm:t>
    </dgm:pt>
    <dgm:pt modelId="{B8F32561-F272-4D0D-B283-8A9345E5ED01}" type="pres">
      <dgm:prSet presAssocID="{203A3670-B232-434B-85DB-E56E461E9E57}" presName="CompostProcess" presStyleCnt="0">
        <dgm:presLayoutVars>
          <dgm:dir/>
          <dgm:resizeHandles val="exact"/>
        </dgm:presLayoutVars>
      </dgm:prSet>
      <dgm:spPr/>
    </dgm:pt>
    <dgm:pt modelId="{11557272-E282-4D8B-A77F-FD8A86C58A9A}" type="pres">
      <dgm:prSet presAssocID="{203A3670-B232-434B-85DB-E56E461E9E57}" presName="arrow" presStyleLbl="bgShp" presStyleIdx="0" presStyleCnt="1"/>
      <dgm:spPr/>
    </dgm:pt>
    <dgm:pt modelId="{A5B99594-61B9-44BD-84E9-B56AA48E07F8}" type="pres">
      <dgm:prSet presAssocID="{203A3670-B232-434B-85DB-E56E461E9E57}" presName="linearProcess" presStyleCnt="0"/>
      <dgm:spPr/>
    </dgm:pt>
    <dgm:pt modelId="{32F6AAE2-7CAA-4BD8-A78F-B30BD6466E93}" type="pres">
      <dgm:prSet presAssocID="{9F93437A-CDA6-4BBE-B87E-DADBBF758C48}" presName="textNode" presStyleLbl="node1" presStyleIdx="0" presStyleCnt="3">
        <dgm:presLayoutVars>
          <dgm:bulletEnabled val="1"/>
        </dgm:presLayoutVars>
      </dgm:prSet>
      <dgm:spPr/>
    </dgm:pt>
    <dgm:pt modelId="{1812EF2B-2366-492D-B261-76DC6EDDB891}" type="pres">
      <dgm:prSet presAssocID="{4F855306-2AA4-44A9-90EE-2C8C82C9DCE1}" presName="sibTrans" presStyleCnt="0"/>
      <dgm:spPr/>
    </dgm:pt>
    <dgm:pt modelId="{F7DC69DB-B511-4D0A-A1E0-2C9816B300D9}" type="pres">
      <dgm:prSet presAssocID="{BD07CAA4-4A20-44A3-9BC0-57A803524A98}" presName="textNode" presStyleLbl="node1" presStyleIdx="1" presStyleCnt="3">
        <dgm:presLayoutVars>
          <dgm:bulletEnabled val="1"/>
        </dgm:presLayoutVars>
      </dgm:prSet>
      <dgm:spPr/>
    </dgm:pt>
    <dgm:pt modelId="{549617C4-C1B3-4817-880E-C49F286B4D4F}" type="pres">
      <dgm:prSet presAssocID="{F8372894-63B2-4E6A-A146-07CAF42F6EDB}" presName="sibTrans" presStyleCnt="0"/>
      <dgm:spPr/>
    </dgm:pt>
    <dgm:pt modelId="{DD314955-AFA9-4D8A-A961-490BA23BC6C1}" type="pres">
      <dgm:prSet presAssocID="{18C56A1C-6D39-43E4-AC26-E08B9521DCD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5A05A23E-5EB8-480C-81C0-4BE1ED0B1D79}" srcId="{203A3670-B232-434B-85DB-E56E461E9E57}" destId="{BD07CAA4-4A20-44A3-9BC0-57A803524A98}" srcOrd="1" destOrd="0" parTransId="{170BF20A-BB1A-4BC4-949A-CA42336EE1FC}" sibTransId="{F8372894-63B2-4E6A-A146-07CAF42F6EDB}"/>
    <dgm:cxn modelId="{48BE994D-A222-43B9-9056-486070D89E79}" srcId="{203A3670-B232-434B-85DB-E56E461E9E57}" destId="{9F93437A-CDA6-4BBE-B87E-DADBBF758C48}" srcOrd="0" destOrd="0" parTransId="{E16F4334-B0D9-4295-9757-2BF984F74BBC}" sibTransId="{4F855306-2AA4-44A9-90EE-2C8C82C9DCE1}"/>
    <dgm:cxn modelId="{07C26273-18FF-45E2-9694-1A0B3DFE70DF}" type="presOf" srcId="{9F93437A-CDA6-4BBE-B87E-DADBBF758C48}" destId="{32F6AAE2-7CAA-4BD8-A78F-B30BD6466E93}" srcOrd="0" destOrd="0" presId="urn:microsoft.com/office/officeart/2005/8/layout/hProcess9"/>
    <dgm:cxn modelId="{941F39C9-450B-4F1C-800F-C1F279EF31D1}" type="presOf" srcId="{18C56A1C-6D39-43E4-AC26-E08B9521DCD3}" destId="{DD314955-AFA9-4D8A-A961-490BA23BC6C1}" srcOrd="0" destOrd="0" presId="urn:microsoft.com/office/officeart/2005/8/layout/hProcess9"/>
    <dgm:cxn modelId="{D6B9C3CB-054B-4BEF-894B-BF209B7264E6}" type="presOf" srcId="{BD07CAA4-4A20-44A3-9BC0-57A803524A98}" destId="{F7DC69DB-B511-4D0A-A1E0-2C9816B300D9}" srcOrd="0" destOrd="0" presId="urn:microsoft.com/office/officeart/2005/8/layout/hProcess9"/>
    <dgm:cxn modelId="{5903A5DD-2BA0-4F70-977B-6BC3CAF4ABDD}" srcId="{203A3670-B232-434B-85DB-E56E461E9E57}" destId="{18C56A1C-6D39-43E4-AC26-E08B9521DCD3}" srcOrd="2" destOrd="0" parTransId="{172CCC79-CF61-413B-B2ED-64FDF9EC0FF0}" sibTransId="{325D51EE-72A5-401A-A5FE-1282048CE765}"/>
    <dgm:cxn modelId="{1B08CDF1-9FD8-46BB-AC6F-AA24B7F40462}" type="presOf" srcId="{203A3670-B232-434B-85DB-E56E461E9E57}" destId="{B8F32561-F272-4D0D-B283-8A9345E5ED01}" srcOrd="0" destOrd="0" presId="urn:microsoft.com/office/officeart/2005/8/layout/hProcess9"/>
    <dgm:cxn modelId="{5797A6A1-6638-4C82-9B47-BC8A3D39324A}" type="presParOf" srcId="{B8F32561-F272-4D0D-B283-8A9345E5ED01}" destId="{11557272-E282-4D8B-A77F-FD8A86C58A9A}" srcOrd="0" destOrd="0" presId="urn:microsoft.com/office/officeart/2005/8/layout/hProcess9"/>
    <dgm:cxn modelId="{AF99923C-81A3-4522-9B12-1580795B632C}" type="presParOf" srcId="{B8F32561-F272-4D0D-B283-8A9345E5ED01}" destId="{A5B99594-61B9-44BD-84E9-B56AA48E07F8}" srcOrd="1" destOrd="0" presId="urn:microsoft.com/office/officeart/2005/8/layout/hProcess9"/>
    <dgm:cxn modelId="{3D730339-FB96-4940-B11B-E888B6E1C486}" type="presParOf" srcId="{A5B99594-61B9-44BD-84E9-B56AA48E07F8}" destId="{32F6AAE2-7CAA-4BD8-A78F-B30BD6466E93}" srcOrd="0" destOrd="0" presId="urn:microsoft.com/office/officeart/2005/8/layout/hProcess9"/>
    <dgm:cxn modelId="{E2A26C2D-AF09-4B14-A6AA-666FA7132A3A}" type="presParOf" srcId="{A5B99594-61B9-44BD-84E9-B56AA48E07F8}" destId="{1812EF2B-2366-492D-B261-76DC6EDDB891}" srcOrd="1" destOrd="0" presId="urn:microsoft.com/office/officeart/2005/8/layout/hProcess9"/>
    <dgm:cxn modelId="{85B77571-7427-4D4F-88ED-28C9FE0F8C79}" type="presParOf" srcId="{A5B99594-61B9-44BD-84E9-B56AA48E07F8}" destId="{F7DC69DB-B511-4D0A-A1E0-2C9816B300D9}" srcOrd="2" destOrd="0" presId="urn:microsoft.com/office/officeart/2005/8/layout/hProcess9"/>
    <dgm:cxn modelId="{8A233D2D-4286-4034-B7C0-FFCEAE190B45}" type="presParOf" srcId="{A5B99594-61B9-44BD-84E9-B56AA48E07F8}" destId="{549617C4-C1B3-4817-880E-C49F286B4D4F}" srcOrd="3" destOrd="0" presId="urn:microsoft.com/office/officeart/2005/8/layout/hProcess9"/>
    <dgm:cxn modelId="{E5E9C0DA-02A5-4352-8BD5-28B75DD845CF}" type="presParOf" srcId="{A5B99594-61B9-44BD-84E9-B56AA48E07F8}" destId="{DD314955-AFA9-4D8A-A961-490BA23BC6C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679B5-2EE3-4EF1-8E6E-A2CD7392E3C6}">
      <dsp:nvSpPr>
        <dsp:cNvPr id="0" name=""/>
        <dsp:cNvSpPr/>
      </dsp:nvSpPr>
      <dsp:spPr>
        <a:xfrm>
          <a:off x="1376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Management</a:t>
          </a:r>
        </a:p>
      </dsp:txBody>
      <dsp:txXfrm>
        <a:off x="18304" y="124439"/>
        <a:ext cx="1122050" cy="544097"/>
      </dsp:txXfrm>
    </dsp:sp>
    <dsp:sp modelId="{2939572B-5D56-422A-9B28-34C1A75D338A}">
      <dsp:nvSpPr>
        <dsp:cNvPr id="0" name=""/>
        <dsp:cNvSpPr/>
      </dsp:nvSpPr>
      <dsp:spPr>
        <a:xfrm>
          <a:off x="116966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ABC8A1-F321-4D53-883A-EDA55482A944}">
      <dsp:nvSpPr>
        <dsp:cNvPr id="0" name=""/>
        <dsp:cNvSpPr/>
      </dsp:nvSpPr>
      <dsp:spPr>
        <a:xfrm>
          <a:off x="232557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Management and User Productivity Report</a:t>
          </a:r>
        </a:p>
      </dsp:txBody>
      <dsp:txXfrm>
        <a:off x="249485" y="846881"/>
        <a:ext cx="890868" cy="544097"/>
      </dsp:txXfrm>
    </dsp:sp>
    <dsp:sp modelId="{B86C1B73-7C48-420F-80AC-E88A34EC3885}">
      <dsp:nvSpPr>
        <dsp:cNvPr id="0" name=""/>
        <dsp:cNvSpPr/>
      </dsp:nvSpPr>
      <dsp:spPr>
        <a:xfrm>
          <a:off x="1446258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Registry</a:t>
          </a:r>
        </a:p>
      </dsp:txBody>
      <dsp:txXfrm>
        <a:off x="1463186" y="124439"/>
        <a:ext cx="1122050" cy="544097"/>
      </dsp:txXfrm>
    </dsp:sp>
    <dsp:sp modelId="{93254664-546A-4C5C-B2D0-2B5ADAEE8171}">
      <dsp:nvSpPr>
        <dsp:cNvPr id="0" name=""/>
        <dsp:cNvSpPr/>
      </dsp:nvSpPr>
      <dsp:spPr>
        <a:xfrm>
          <a:off x="1561849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7BEC8-AD63-4703-88C2-36C0C0C2362B}">
      <dsp:nvSpPr>
        <dsp:cNvPr id="0" name=""/>
        <dsp:cNvSpPr/>
      </dsp:nvSpPr>
      <dsp:spPr>
        <a:xfrm>
          <a:off x="1677440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Lodgment</a:t>
          </a:r>
        </a:p>
      </dsp:txBody>
      <dsp:txXfrm>
        <a:off x="1694368" y="846881"/>
        <a:ext cx="890868" cy="544097"/>
      </dsp:txXfrm>
    </dsp:sp>
    <dsp:sp modelId="{47C53E85-C439-46BA-B6F0-31F67D74A7CF}">
      <dsp:nvSpPr>
        <dsp:cNvPr id="0" name=""/>
        <dsp:cNvSpPr/>
      </dsp:nvSpPr>
      <dsp:spPr>
        <a:xfrm>
          <a:off x="1561849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BD1128-6C1C-4ABA-B3A4-6D8AC1174B15}">
      <dsp:nvSpPr>
        <dsp:cNvPr id="0" name=""/>
        <dsp:cNvSpPr/>
      </dsp:nvSpPr>
      <dsp:spPr>
        <a:xfrm>
          <a:off x="1677440" y="1552394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Payment</a:t>
          </a:r>
        </a:p>
      </dsp:txBody>
      <dsp:txXfrm>
        <a:off x="1694368" y="1569322"/>
        <a:ext cx="890868" cy="544097"/>
      </dsp:txXfrm>
    </dsp:sp>
    <dsp:sp modelId="{CEF962F3-12D6-43E8-B259-48590E6F4485}">
      <dsp:nvSpPr>
        <dsp:cNvPr id="0" name=""/>
        <dsp:cNvSpPr/>
      </dsp:nvSpPr>
      <dsp:spPr>
        <a:xfrm>
          <a:off x="1561849" y="685464"/>
          <a:ext cx="115590" cy="1878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347"/>
              </a:lnTo>
              <a:lnTo>
                <a:pt x="115590" y="18783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4023EE-03C6-4F9E-843B-B1399C6676D0}">
      <dsp:nvSpPr>
        <dsp:cNvPr id="0" name=""/>
        <dsp:cNvSpPr/>
      </dsp:nvSpPr>
      <dsp:spPr>
        <a:xfrm>
          <a:off x="1677440" y="2274835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Send Notifications on Lodgment  </a:t>
          </a:r>
        </a:p>
      </dsp:txBody>
      <dsp:txXfrm>
        <a:off x="1694368" y="2291763"/>
        <a:ext cx="890868" cy="544097"/>
      </dsp:txXfrm>
    </dsp:sp>
    <dsp:sp modelId="{DECD3334-1515-4B8D-9897-D2EA646E2B03}">
      <dsp:nvSpPr>
        <dsp:cNvPr id="0" name=""/>
        <dsp:cNvSpPr/>
      </dsp:nvSpPr>
      <dsp:spPr>
        <a:xfrm>
          <a:off x="1561849" y="685464"/>
          <a:ext cx="115590" cy="2600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0789"/>
              </a:lnTo>
              <a:lnTo>
                <a:pt x="115590" y="26007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3C1C0E-AC50-4C9B-9AC1-307B780D2C44}">
      <dsp:nvSpPr>
        <dsp:cNvPr id="0" name=""/>
        <dsp:cNvSpPr/>
      </dsp:nvSpPr>
      <dsp:spPr>
        <a:xfrm>
          <a:off x="1677440" y="2997277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Post Approval process</a:t>
          </a:r>
        </a:p>
      </dsp:txBody>
      <dsp:txXfrm>
        <a:off x="1694368" y="3014205"/>
        <a:ext cx="890868" cy="544097"/>
      </dsp:txXfrm>
    </dsp:sp>
    <dsp:sp modelId="{4F056781-6671-42B7-BA88-25502755FFBD}">
      <dsp:nvSpPr>
        <dsp:cNvPr id="0" name=""/>
        <dsp:cNvSpPr/>
      </dsp:nvSpPr>
      <dsp:spPr>
        <a:xfrm>
          <a:off x="1561849" y="685464"/>
          <a:ext cx="115590" cy="3323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230"/>
              </a:lnTo>
              <a:lnTo>
                <a:pt x="115590" y="3323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C8F6D0-2A70-4064-BF87-FF3146A4E679}">
      <dsp:nvSpPr>
        <dsp:cNvPr id="0" name=""/>
        <dsp:cNvSpPr/>
      </dsp:nvSpPr>
      <dsp:spPr>
        <a:xfrm>
          <a:off x="1677440" y="3719718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Dispatch</a:t>
          </a:r>
        </a:p>
      </dsp:txBody>
      <dsp:txXfrm>
        <a:off x="1694368" y="3736646"/>
        <a:ext cx="890868" cy="544097"/>
      </dsp:txXfrm>
    </dsp:sp>
    <dsp:sp modelId="{11AFE92B-579C-421A-B66B-B84B3A21803A}">
      <dsp:nvSpPr>
        <dsp:cNvPr id="0" name=""/>
        <dsp:cNvSpPr/>
      </dsp:nvSpPr>
      <dsp:spPr>
        <a:xfrm>
          <a:off x="1561849" y="685464"/>
          <a:ext cx="115590" cy="4045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5671"/>
              </a:lnTo>
              <a:lnTo>
                <a:pt x="115590" y="404567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0DB56E-1FD8-42ED-BAA4-DD9D496C9DF1}">
      <dsp:nvSpPr>
        <dsp:cNvPr id="0" name=""/>
        <dsp:cNvSpPr/>
      </dsp:nvSpPr>
      <dsp:spPr>
        <a:xfrm>
          <a:off x="1677440" y="4442160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Dockets produced</a:t>
          </a:r>
        </a:p>
      </dsp:txBody>
      <dsp:txXfrm>
        <a:off x="1694368" y="4459088"/>
        <a:ext cx="890868" cy="544097"/>
      </dsp:txXfrm>
    </dsp:sp>
    <dsp:sp modelId="{260F4F0E-FEDF-4E58-9EBB-389EC6276032}">
      <dsp:nvSpPr>
        <dsp:cNvPr id="0" name=""/>
        <dsp:cNvSpPr/>
      </dsp:nvSpPr>
      <dsp:spPr>
        <a:xfrm>
          <a:off x="2891141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Numbering</a:t>
          </a:r>
        </a:p>
      </dsp:txBody>
      <dsp:txXfrm>
        <a:off x="2908069" y="124439"/>
        <a:ext cx="1122050" cy="544097"/>
      </dsp:txXfrm>
    </dsp:sp>
    <dsp:sp modelId="{A6936042-63BC-4768-85BF-D19549B5D02B}">
      <dsp:nvSpPr>
        <dsp:cNvPr id="0" name=""/>
        <dsp:cNvSpPr/>
      </dsp:nvSpPr>
      <dsp:spPr>
        <a:xfrm>
          <a:off x="3006732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7061C-2717-4546-B531-B60175AE71EC}">
      <dsp:nvSpPr>
        <dsp:cNvPr id="0" name=""/>
        <dsp:cNvSpPr/>
      </dsp:nvSpPr>
      <dsp:spPr>
        <a:xfrm>
          <a:off x="3122322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Reserve Parcel</a:t>
          </a:r>
        </a:p>
      </dsp:txBody>
      <dsp:txXfrm>
        <a:off x="3139250" y="846881"/>
        <a:ext cx="890868" cy="544097"/>
      </dsp:txXfrm>
    </dsp:sp>
    <dsp:sp modelId="{66317A17-1B85-401D-A1D2-30743D2E2BBA}">
      <dsp:nvSpPr>
        <dsp:cNvPr id="0" name=""/>
        <dsp:cNvSpPr/>
      </dsp:nvSpPr>
      <dsp:spPr>
        <a:xfrm>
          <a:off x="3006732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809D9-B50A-4D50-91CD-522CDA52FE02}">
      <dsp:nvSpPr>
        <dsp:cNvPr id="0" name=""/>
        <dsp:cNvSpPr/>
      </dsp:nvSpPr>
      <dsp:spPr>
        <a:xfrm>
          <a:off x="3122322" y="1552394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Numbering</a:t>
          </a:r>
        </a:p>
      </dsp:txBody>
      <dsp:txXfrm>
        <a:off x="3139250" y="1569322"/>
        <a:ext cx="890868" cy="544097"/>
      </dsp:txXfrm>
    </dsp:sp>
    <dsp:sp modelId="{83B786A0-3A58-4E96-9005-843DAE2880EA}">
      <dsp:nvSpPr>
        <dsp:cNvPr id="0" name=""/>
        <dsp:cNvSpPr/>
      </dsp:nvSpPr>
      <dsp:spPr>
        <a:xfrm>
          <a:off x="4336024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First Level Examination</a:t>
          </a:r>
        </a:p>
      </dsp:txBody>
      <dsp:txXfrm>
        <a:off x="4352952" y="124439"/>
        <a:ext cx="1122050" cy="544097"/>
      </dsp:txXfrm>
    </dsp:sp>
    <dsp:sp modelId="{410BD888-3EA2-4CB5-BD45-2E427B867C58}">
      <dsp:nvSpPr>
        <dsp:cNvPr id="0" name=""/>
        <dsp:cNvSpPr/>
      </dsp:nvSpPr>
      <dsp:spPr>
        <a:xfrm>
          <a:off x="4451615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A1D505-2DF7-43DC-BE14-7F6E9D72D8E3}">
      <dsp:nvSpPr>
        <dsp:cNvPr id="0" name=""/>
        <dsp:cNvSpPr/>
      </dsp:nvSpPr>
      <dsp:spPr>
        <a:xfrm>
          <a:off x="4567205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800" kern="1200" dirty="0"/>
            <a:t>Capture examination check results onto DB</a:t>
          </a:r>
          <a:endParaRPr lang="en-US" sz="800" kern="1200" dirty="0"/>
        </a:p>
      </dsp:txBody>
      <dsp:txXfrm>
        <a:off x="4584133" y="846881"/>
        <a:ext cx="890868" cy="544097"/>
      </dsp:txXfrm>
    </dsp:sp>
    <dsp:sp modelId="{729382CD-8B46-4434-BC3F-FFFC26E886B7}">
      <dsp:nvSpPr>
        <dsp:cNvPr id="0" name=""/>
        <dsp:cNvSpPr/>
      </dsp:nvSpPr>
      <dsp:spPr>
        <a:xfrm>
          <a:off x="4451615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C2D977-BB05-4550-984C-015B50ED4F32}">
      <dsp:nvSpPr>
        <dsp:cNvPr id="0" name=""/>
        <dsp:cNvSpPr/>
      </dsp:nvSpPr>
      <dsp:spPr>
        <a:xfrm>
          <a:off x="4567205" y="1552394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Queried Information rendered</a:t>
          </a:r>
        </a:p>
      </dsp:txBody>
      <dsp:txXfrm>
        <a:off x="4584133" y="1569322"/>
        <a:ext cx="890868" cy="544097"/>
      </dsp:txXfrm>
    </dsp:sp>
    <dsp:sp modelId="{344612A8-18B0-4F94-AE05-FDCAFB95AAB6}">
      <dsp:nvSpPr>
        <dsp:cNvPr id="0" name=""/>
        <dsp:cNvSpPr/>
      </dsp:nvSpPr>
      <dsp:spPr>
        <a:xfrm>
          <a:off x="4451615" y="685464"/>
          <a:ext cx="115590" cy="1878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347"/>
              </a:lnTo>
              <a:lnTo>
                <a:pt x="115590" y="18783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FEFF8-6ACC-47EF-9910-F37729AC5971}">
      <dsp:nvSpPr>
        <dsp:cNvPr id="0" name=""/>
        <dsp:cNvSpPr/>
      </dsp:nvSpPr>
      <dsp:spPr>
        <a:xfrm>
          <a:off x="4567205" y="2274835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Produce </a:t>
          </a:r>
          <a:r>
            <a:rPr lang="en-ZA" sz="800" kern="1200" dirty="0"/>
            <a:t>Advisory Notes/ comments</a:t>
          </a:r>
          <a:endParaRPr lang="en-US" sz="800" kern="1200" dirty="0"/>
        </a:p>
      </dsp:txBody>
      <dsp:txXfrm>
        <a:off x="4584133" y="2291763"/>
        <a:ext cx="890868" cy="544097"/>
      </dsp:txXfrm>
    </dsp:sp>
    <dsp:sp modelId="{9BEBB5E7-C704-4016-869C-953B84609848}">
      <dsp:nvSpPr>
        <dsp:cNvPr id="0" name=""/>
        <dsp:cNvSpPr/>
      </dsp:nvSpPr>
      <dsp:spPr>
        <a:xfrm>
          <a:off x="5780907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Second Level Examination</a:t>
          </a:r>
        </a:p>
      </dsp:txBody>
      <dsp:txXfrm>
        <a:off x="5797835" y="124439"/>
        <a:ext cx="1122050" cy="544097"/>
      </dsp:txXfrm>
    </dsp:sp>
    <dsp:sp modelId="{D7B6265F-D28D-450F-A708-3A405A2618DB}">
      <dsp:nvSpPr>
        <dsp:cNvPr id="0" name=""/>
        <dsp:cNvSpPr/>
      </dsp:nvSpPr>
      <dsp:spPr>
        <a:xfrm>
          <a:off x="5896497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79F6E-6196-4BCC-8AE9-EAB2390FFBB4}">
      <dsp:nvSpPr>
        <dsp:cNvPr id="0" name=""/>
        <dsp:cNvSpPr/>
      </dsp:nvSpPr>
      <dsp:spPr>
        <a:xfrm>
          <a:off x="6012088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Queried information rendered</a:t>
          </a:r>
        </a:p>
      </dsp:txBody>
      <dsp:txXfrm>
        <a:off x="6029016" y="846881"/>
        <a:ext cx="890868" cy="544097"/>
      </dsp:txXfrm>
    </dsp:sp>
    <dsp:sp modelId="{7E5948D4-E30C-431D-9A8B-A2A4313F0E22}">
      <dsp:nvSpPr>
        <dsp:cNvPr id="0" name=""/>
        <dsp:cNvSpPr/>
      </dsp:nvSpPr>
      <dsp:spPr>
        <a:xfrm>
          <a:off x="5896497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59628-8BC7-4753-BC34-C14A9902F81E}">
      <dsp:nvSpPr>
        <dsp:cNvPr id="0" name=""/>
        <dsp:cNvSpPr/>
      </dsp:nvSpPr>
      <dsp:spPr>
        <a:xfrm>
          <a:off x="6012088" y="1552394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Legislative compliance check result</a:t>
          </a:r>
        </a:p>
      </dsp:txBody>
      <dsp:txXfrm>
        <a:off x="6029016" y="1569322"/>
        <a:ext cx="890868" cy="544097"/>
      </dsp:txXfrm>
    </dsp:sp>
    <dsp:sp modelId="{C1B74DBF-07AD-4075-9475-BBFD6B4D2C85}">
      <dsp:nvSpPr>
        <dsp:cNvPr id="0" name=""/>
        <dsp:cNvSpPr/>
      </dsp:nvSpPr>
      <dsp:spPr>
        <a:xfrm>
          <a:off x="5896497" y="685464"/>
          <a:ext cx="115590" cy="1878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347"/>
              </a:lnTo>
              <a:lnTo>
                <a:pt x="115590" y="18783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E1C37-BF6A-4FD5-BB00-FB346726303A}">
      <dsp:nvSpPr>
        <dsp:cNvPr id="0" name=""/>
        <dsp:cNvSpPr/>
      </dsp:nvSpPr>
      <dsp:spPr>
        <a:xfrm>
          <a:off x="6012088" y="2274835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Approve or Return with comments</a:t>
          </a:r>
        </a:p>
      </dsp:txBody>
      <dsp:txXfrm>
        <a:off x="6029016" y="2291763"/>
        <a:ext cx="890868" cy="544097"/>
      </dsp:txXfrm>
    </dsp:sp>
    <dsp:sp modelId="{897B28A2-05AF-411C-A4F8-14CB111ED3DC}">
      <dsp:nvSpPr>
        <dsp:cNvPr id="0" name=""/>
        <dsp:cNvSpPr/>
      </dsp:nvSpPr>
      <dsp:spPr>
        <a:xfrm>
          <a:off x="5896497" y="685464"/>
          <a:ext cx="115590" cy="2600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0789"/>
              </a:lnTo>
              <a:lnTo>
                <a:pt x="115590" y="26007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FCF9F1-C2AC-4860-A8EC-104824BA6515}">
      <dsp:nvSpPr>
        <dsp:cNvPr id="0" name=""/>
        <dsp:cNvSpPr/>
      </dsp:nvSpPr>
      <dsp:spPr>
        <a:xfrm>
          <a:off x="6012088" y="2997277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Email notification sent to Land Surveyor</a:t>
          </a:r>
        </a:p>
      </dsp:txBody>
      <dsp:txXfrm>
        <a:off x="6029016" y="3014205"/>
        <a:ext cx="890868" cy="544097"/>
      </dsp:txXfrm>
    </dsp:sp>
    <dsp:sp modelId="{6D199B55-1456-445D-BF2B-7D9E2E040D9F}">
      <dsp:nvSpPr>
        <dsp:cNvPr id="0" name=""/>
        <dsp:cNvSpPr/>
      </dsp:nvSpPr>
      <dsp:spPr>
        <a:xfrm>
          <a:off x="7225790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Capture</a:t>
          </a:r>
        </a:p>
      </dsp:txBody>
      <dsp:txXfrm>
        <a:off x="7242718" y="124439"/>
        <a:ext cx="1122050" cy="544097"/>
      </dsp:txXfrm>
    </dsp:sp>
    <dsp:sp modelId="{48B66715-CA22-4D02-8EF4-6E3B12F0A406}">
      <dsp:nvSpPr>
        <dsp:cNvPr id="0" name=""/>
        <dsp:cNvSpPr/>
      </dsp:nvSpPr>
      <dsp:spPr>
        <a:xfrm>
          <a:off x="7341380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11FADB-B350-4858-9442-206B25C1B866}">
      <dsp:nvSpPr>
        <dsp:cNvPr id="0" name=""/>
        <dsp:cNvSpPr/>
      </dsp:nvSpPr>
      <dsp:spPr>
        <a:xfrm>
          <a:off x="7456971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Sectional Plan</a:t>
          </a:r>
        </a:p>
      </dsp:txBody>
      <dsp:txXfrm>
        <a:off x="7473899" y="846881"/>
        <a:ext cx="890868" cy="544097"/>
      </dsp:txXfrm>
    </dsp:sp>
    <dsp:sp modelId="{B2A929E1-FA05-466B-B434-027E869B6FD2}">
      <dsp:nvSpPr>
        <dsp:cNvPr id="0" name=""/>
        <dsp:cNvSpPr/>
      </dsp:nvSpPr>
      <dsp:spPr>
        <a:xfrm>
          <a:off x="7341380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A2AA9C-386C-4738-8AC0-55D33FC64CC7}">
      <dsp:nvSpPr>
        <dsp:cNvPr id="0" name=""/>
        <dsp:cNvSpPr/>
      </dsp:nvSpPr>
      <dsp:spPr>
        <a:xfrm>
          <a:off x="7456971" y="1552394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Header Information</a:t>
          </a:r>
        </a:p>
      </dsp:txBody>
      <dsp:txXfrm>
        <a:off x="7473899" y="1569322"/>
        <a:ext cx="890868" cy="544097"/>
      </dsp:txXfrm>
    </dsp:sp>
    <dsp:sp modelId="{2D1364E5-FF7B-472C-B293-F0753108FFE1}">
      <dsp:nvSpPr>
        <dsp:cNvPr id="0" name=""/>
        <dsp:cNvSpPr/>
      </dsp:nvSpPr>
      <dsp:spPr>
        <a:xfrm>
          <a:off x="7341380" y="685464"/>
          <a:ext cx="115590" cy="1878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347"/>
              </a:lnTo>
              <a:lnTo>
                <a:pt x="115590" y="18783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539DD-06F8-4623-8D08-C96B02107D12}">
      <dsp:nvSpPr>
        <dsp:cNvPr id="0" name=""/>
        <dsp:cNvSpPr/>
      </dsp:nvSpPr>
      <dsp:spPr>
        <a:xfrm>
          <a:off x="7456971" y="2274835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Numeric Data</a:t>
          </a:r>
        </a:p>
      </dsp:txBody>
      <dsp:txXfrm>
        <a:off x="7473899" y="2291763"/>
        <a:ext cx="890868" cy="544097"/>
      </dsp:txXfrm>
    </dsp:sp>
    <dsp:sp modelId="{1CA210DB-A959-49D3-ACC7-CAA10BE728F8}">
      <dsp:nvSpPr>
        <dsp:cNvPr id="0" name=""/>
        <dsp:cNvSpPr/>
      </dsp:nvSpPr>
      <dsp:spPr>
        <a:xfrm>
          <a:off x="7341380" y="685464"/>
          <a:ext cx="115590" cy="2600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0789"/>
              </a:lnTo>
              <a:lnTo>
                <a:pt x="115590" y="26007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0BA206-7D13-414B-AAF5-3959F09435F8}">
      <dsp:nvSpPr>
        <dsp:cNvPr id="0" name=""/>
        <dsp:cNvSpPr/>
      </dsp:nvSpPr>
      <dsp:spPr>
        <a:xfrm>
          <a:off x="7456971" y="2997277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Produce Consistency Check report</a:t>
          </a:r>
        </a:p>
      </dsp:txBody>
      <dsp:txXfrm>
        <a:off x="7473899" y="3014205"/>
        <a:ext cx="890868" cy="544097"/>
      </dsp:txXfrm>
    </dsp:sp>
    <dsp:sp modelId="{54E6591B-A9E8-4C5E-87E2-1C5426D035A6}">
      <dsp:nvSpPr>
        <dsp:cNvPr id="0" name=""/>
        <dsp:cNvSpPr/>
      </dsp:nvSpPr>
      <dsp:spPr>
        <a:xfrm>
          <a:off x="7341380" y="685464"/>
          <a:ext cx="115590" cy="3323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230"/>
              </a:lnTo>
              <a:lnTo>
                <a:pt x="115590" y="3323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CC3207-4019-4EAC-9C92-3C5E3784510B}">
      <dsp:nvSpPr>
        <dsp:cNvPr id="0" name=""/>
        <dsp:cNvSpPr/>
      </dsp:nvSpPr>
      <dsp:spPr>
        <a:xfrm>
          <a:off x="7456971" y="3719718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Capture Boundary Data in Spatial &amp; Alpha Numeric</a:t>
          </a:r>
          <a:endParaRPr lang="en-US" sz="800" kern="1200" dirty="0"/>
        </a:p>
      </dsp:txBody>
      <dsp:txXfrm>
        <a:off x="7473899" y="3736646"/>
        <a:ext cx="890868" cy="544097"/>
      </dsp:txXfrm>
    </dsp:sp>
    <dsp:sp modelId="{0D43CCA4-5474-464C-99C9-12C0FE229990}">
      <dsp:nvSpPr>
        <dsp:cNvPr id="0" name=""/>
        <dsp:cNvSpPr/>
      </dsp:nvSpPr>
      <dsp:spPr>
        <a:xfrm>
          <a:off x="8670672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Maintenance</a:t>
          </a:r>
        </a:p>
      </dsp:txBody>
      <dsp:txXfrm>
        <a:off x="8687600" y="124439"/>
        <a:ext cx="1122050" cy="544097"/>
      </dsp:txXfrm>
    </dsp:sp>
    <dsp:sp modelId="{3F21028E-42F8-444A-A033-BDC9FBAAE140}">
      <dsp:nvSpPr>
        <dsp:cNvPr id="0" name=""/>
        <dsp:cNvSpPr/>
      </dsp:nvSpPr>
      <dsp:spPr>
        <a:xfrm>
          <a:off x="8786263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F8E771-01AA-43B3-A56E-2803B1A28791}">
      <dsp:nvSpPr>
        <dsp:cNvPr id="0" name=""/>
        <dsp:cNvSpPr/>
      </dsp:nvSpPr>
      <dsp:spPr>
        <a:xfrm>
          <a:off x="8901854" y="829953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Scanning</a:t>
          </a:r>
        </a:p>
      </dsp:txBody>
      <dsp:txXfrm>
        <a:off x="8918782" y="846881"/>
        <a:ext cx="890868" cy="544097"/>
      </dsp:txXfrm>
    </dsp:sp>
    <dsp:sp modelId="{F045E2D1-C930-4657-AFBD-B54B05310B75}">
      <dsp:nvSpPr>
        <dsp:cNvPr id="0" name=""/>
        <dsp:cNvSpPr/>
      </dsp:nvSpPr>
      <dsp:spPr>
        <a:xfrm>
          <a:off x="8786263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07B35C-ACB2-454D-8F51-CD06B3C45C9A}">
      <dsp:nvSpPr>
        <dsp:cNvPr id="0" name=""/>
        <dsp:cNvSpPr/>
      </dsp:nvSpPr>
      <dsp:spPr>
        <a:xfrm>
          <a:off x="8901854" y="1552394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Perform data Updates/ Amendments</a:t>
          </a:r>
        </a:p>
      </dsp:txBody>
      <dsp:txXfrm>
        <a:off x="8918782" y="1569322"/>
        <a:ext cx="890868" cy="544097"/>
      </dsp:txXfrm>
    </dsp:sp>
    <dsp:sp modelId="{5CD83093-7D64-4A9E-8198-2816C5CA3BBA}">
      <dsp:nvSpPr>
        <dsp:cNvPr id="0" name=""/>
        <dsp:cNvSpPr/>
      </dsp:nvSpPr>
      <dsp:spPr>
        <a:xfrm>
          <a:off x="8786263" y="685464"/>
          <a:ext cx="115590" cy="1878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347"/>
              </a:lnTo>
              <a:lnTo>
                <a:pt x="115590" y="18783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A31D10-B255-4104-A053-BC0527946D93}">
      <dsp:nvSpPr>
        <dsp:cNvPr id="0" name=""/>
        <dsp:cNvSpPr/>
      </dsp:nvSpPr>
      <dsp:spPr>
        <a:xfrm>
          <a:off x="8901854" y="2274835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Perform Endorsements</a:t>
          </a:r>
        </a:p>
      </dsp:txBody>
      <dsp:txXfrm>
        <a:off x="8918782" y="2291763"/>
        <a:ext cx="890868" cy="544097"/>
      </dsp:txXfrm>
    </dsp:sp>
    <dsp:sp modelId="{4F7953B1-8E45-4EF5-808F-FA112CC2B6E1}">
      <dsp:nvSpPr>
        <dsp:cNvPr id="0" name=""/>
        <dsp:cNvSpPr/>
      </dsp:nvSpPr>
      <dsp:spPr>
        <a:xfrm>
          <a:off x="8786263" y="685464"/>
          <a:ext cx="115590" cy="2600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0789"/>
              </a:lnTo>
              <a:lnTo>
                <a:pt x="115590" y="26007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431A66-AE2A-49E9-99F4-256A54F54DF1}">
      <dsp:nvSpPr>
        <dsp:cNvPr id="0" name=""/>
        <dsp:cNvSpPr/>
      </dsp:nvSpPr>
      <dsp:spPr>
        <a:xfrm>
          <a:off x="8901854" y="2997277"/>
          <a:ext cx="924724" cy="577953"/>
        </a:xfrm>
        <a:prstGeom prst="roundRect">
          <a:avLst>
            <a:gd name="adj" fmla="val 10000"/>
          </a:avLst>
        </a:prstGeom>
        <a:solidFill>
          <a:srgbClr val="FFFF99">
            <a:alpha val="90000"/>
          </a:srgb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Post Approval Process</a:t>
          </a:r>
        </a:p>
      </dsp:txBody>
      <dsp:txXfrm>
        <a:off x="8918782" y="3014205"/>
        <a:ext cx="890868" cy="544097"/>
      </dsp:txXfrm>
    </dsp:sp>
    <dsp:sp modelId="{D91A679B-94E6-49C1-86AF-496686951136}">
      <dsp:nvSpPr>
        <dsp:cNvPr id="0" name=""/>
        <dsp:cNvSpPr/>
      </dsp:nvSpPr>
      <dsp:spPr>
        <a:xfrm>
          <a:off x="8786263" y="685464"/>
          <a:ext cx="115590" cy="3323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230"/>
              </a:lnTo>
              <a:lnTo>
                <a:pt x="115590" y="3323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A8D02B-5059-4B0F-BB36-C45E40BCE7D8}">
      <dsp:nvSpPr>
        <dsp:cNvPr id="0" name=""/>
        <dsp:cNvSpPr/>
      </dsp:nvSpPr>
      <dsp:spPr>
        <a:xfrm>
          <a:off x="8901854" y="3719718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Noting</a:t>
          </a:r>
        </a:p>
      </dsp:txBody>
      <dsp:txXfrm>
        <a:off x="8918782" y="3736646"/>
        <a:ext cx="890868" cy="544097"/>
      </dsp:txXfrm>
    </dsp:sp>
    <dsp:sp modelId="{01BDE3AF-7868-452A-BBEA-77E57C4DC04A}">
      <dsp:nvSpPr>
        <dsp:cNvPr id="0" name=""/>
        <dsp:cNvSpPr/>
      </dsp:nvSpPr>
      <dsp:spPr>
        <a:xfrm>
          <a:off x="10115555" y="107511"/>
          <a:ext cx="1155906" cy="5779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Information Provision</a:t>
          </a:r>
        </a:p>
      </dsp:txBody>
      <dsp:txXfrm>
        <a:off x="10132483" y="124439"/>
        <a:ext cx="1122050" cy="544097"/>
      </dsp:txXfrm>
    </dsp:sp>
    <dsp:sp modelId="{E79C782E-9187-4BE1-907A-4380F9B0AB4F}">
      <dsp:nvSpPr>
        <dsp:cNvPr id="0" name=""/>
        <dsp:cNvSpPr/>
      </dsp:nvSpPr>
      <dsp:spPr>
        <a:xfrm>
          <a:off x="10231146" y="685464"/>
          <a:ext cx="115590" cy="43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464"/>
              </a:lnTo>
              <a:lnTo>
                <a:pt x="115590" y="43346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3E81F4-397C-4D9F-8FB7-C0D775022EF5}">
      <dsp:nvSpPr>
        <dsp:cNvPr id="0" name=""/>
        <dsp:cNvSpPr/>
      </dsp:nvSpPr>
      <dsp:spPr>
        <a:xfrm>
          <a:off x="10346736" y="829953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Request Information  issued</a:t>
          </a:r>
        </a:p>
      </dsp:txBody>
      <dsp:txXfrm>
        <a:off x="10363664" y="846881"/>
        <a:ext cx="890868" cy="544097"/>
      </dsp:txXfrm>
    </dsp:sp>
    <dsp:sp modelId="{9964D718-496B-4D70-B52A-8A2D1AA2C910}">
      <dsp:nvSpPr>
        <dsp:cNvPr id="0" name=""/>
        <dsp:cNvSpPr/>
      </dsp:nvSpPr>
      <dsp:spPr>
        <a:xfrm>
          <a:off x="10231146" y="685464"/>
          <a:ext cx="115590" cy="115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5906"/>
              </a:lnTo>
              <a:lnTo>
                <a:pt x="115590" y="115590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635A6-EACD-4B93-AEED-069FDB139CF7}">
      <dsp:nvSpPr>
        <dsp:cNvPr id="0" name=""/>
        <dsp:cNvSpPr/>
      </dsp:nvSpPr>
      <dsp:spPr>
        <a:xfrm>
          <a:off x="10346736" y="1552394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Invoice Issued</a:t>
          </a:r>
        </a:p>
      </dsp:txBody>
      <dsp:txXfrm>
        <a:off x="10363664" y="1569322"/>
        <a:ext cx="890868" cy="544097"/>
      </dsp:txXfrm>
    </dsp:sp>
    <dsp:sp modelId="{A21A5485-B6D9-4B3E-AADE-1F831D9CEB68}">
      <dsp:nvSpPr>
        <dsp:cNvPr id="0" name=""/>
        <dsp:cNvSpPr/>
      </dsp:nvSpPr>
      <dsp:spPr>
        <a:xfrm>
          <a:off x="10231146" y="685464"/>
          <a:ext cx="115590" cy="1878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8347"/>
              </a:lnTo>
              <a:lnTo>
                <a:pt x="115590" y="18783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92169C-FAA0-487A-B83A-CEC4CC3CFCDE}">
      <dsp:nvSpPr>
        <dsp:cNvPr id="0" name=""/>
        <dsp:cNvSpPr/>
      </dsp:nvSpPr>
      <dsp:spPr>
        <a:xfrm>
          <a:off x="10346736" y="2274835"/>
          <a:ext cx="924724" cy="577953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Queried Information rendered </a:t>
          </a:r>
        </a:p>
      </dsp:txBody>
      <dsp:txXfrm>
        <a:off x="10363664" y="2291763"/>
        <a:ext cx="890868" cy="544097"/>
      </dsp:txXfrm>
    </dsp:sp>
    <dsp:sp modelId="{04F38966-5FF4-4185-9444-4EAF68F1AB42}">
      <dsp:nvSpPr>
        <dsp:cNvPr id="0" name=""/>
        <dsp:cNvSpPr/>
      </dsp:nvSpPr>
      <dsp:spPr>
        <a:xfrm>
          <a:off x="10231146" y="685464"/>
          <a:ext cx="115590" cy="26007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0789"/>
              </a:lnTo>
              <a:lnTo>
                <a:pt x="115590" y="260078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80209A-B748-4FF3-AACA-2822DCB2EFEB}">
      <dsp:nvSpPr>
        <dsp:cNvPr id="0" name=""/>
        <dsp:cNvSpPr/>
      </dsp:nvSpPr>
      <dsp:spPr>
        <a:xfrm>
          <a:off x="10346736" y="2997277"/>
          <a:ext cx="924724" cy="577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Capture Client Information</a:t>
          </a:r>
        </a:p>
      </dsp:txBody>
      <dsp:txXfrm>
        <a:off x="10363664" y="3014205"/>
        <a:ext cx="890868" cy="5440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57272-E282-4D8B-A77F-FD8A86C58A9A}">
      <dsp:nvSpPr>
        <dsp:cNvPr id="0" name=""/>
        <dsp:cNvSpPr/>
      </dsp:nvSpPr>
      <dsp:spPr>
        <a:xfrm>
          <a:off x="788669" y="0"/>
          <a:ext cx="8938260" cy="435133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6AAE2-7CAA-4BD8-A78F-B30BD6466E93}">
      <dsp:nvSpPr>
        <dsp:cNvPr id="0" name=""/>
        <dsp:cNvSpPr/>
      </dsp:nvSpPr>
      <dsp:spPr>
        <a:xfrm>
          <a:off x="232082" y="1305401"/>
          <a:ext cx="3154680" cy="17405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4100" kern="1200" dirty="0"/>
            <a:t>Pre-Approved</a:t>
          </a:r>
        </a:p>
      </dsp:txBody>
      <dsp:txXfrm>
        <a:off x="317048" y="1390367"/>
        <a:ext cx="2984748" cy="1570602"/>
      </dsp:txXfrm>
    </dsp:sp>
    <dsp:sp modelId="{F7DC69DB-B511-4D0A-A1E0-2C9816B300D9}">
      <dsp:nvSpPr>
        <dsp:cNvPr id="0" name=""/>
        <dsp:cNvSpPr/>
      </dsp:nvSpPr>
      <dsp:spPr>
        <a:xfrm>
          <a:off x="3680459" y="1305401"/>
          <a:ext cx="3154680" cy="17405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4100" kern="1200" dirty="0"/>
            <a:t>Approved</a:t>
          </a:r>
        </a:p>
      </dsp:txBody>
      <dsp:txXfrm>
        <a:off x="3765425" y="1390367"/>
        <a:ext cx="2984748" cy="1570602"/>
      </dsp:txXfrm>
    </dsp:sp>
    <dsp:sp modelId="{DD314955-AFA9-4D8A-A961-490BA23BC6C1}">
      <dsp:nvSpPr>
        <dsp:cNvPr id="0" name=""/>
        <dsp:cNvSpPr/>
      </dsp:nvSpPr>
      <dsp:spPr>
        <a:xfrm>
          <a:off x="7128837" y="1305401"/>
          <a:ext cx="3154680" cy="17405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4100" kern="1200" dirty="0"/>
            <a:t>Spatial</a:t>
          </a:r>
        </a:p>
      </dsp:txBody>
      <dsp:txXfrm>
        <a:off x="7213803" y="1390367"/>
        <a:ext cx="2984748" cy="1570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8" tIns="46159" rIns="92318" bIns="4615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8" tIns="46159" rIns="92318" bIns="46159" rtlCol="0"/>
          <a:lstStyle>
            <a:lvl1pPr algn="r">
              <a:defRPr sz="1200"/>
            </a:lvl1pPr>
          </a:lstStyle>
          <a:p>
            <a:fld id="{9E3E2DAB-C342-42F1-91E3-136C26B66FA9}" type="datetimeFigureOut">
              <a:rPr lang="en-ZA" smtClean="0"/>
              <a:t>2018/10/17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9056"/>
            <a:ext cx="2985558" cy="502834"/>
          </a:xfrm>
          <a:prstGeom prst="rect">
            <a:avLst/>
          </a:prstGeom>
        </p:spPr>
        <p:txBody>
          <a:bodyPr vert="horz" lIns="92318" tIns="46159" rIns="92318" bIns="4615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2598" y="9519056"/>
            <a:ext cx="2985558" cy="502834"/>
          </a:xfrm>
          <a:prstGeom prst="rect">
            <a:avLst/>
          </a:prstGeom>
        </p:spPr>
        <p:txBody>
          <a:bodyPr vert="horz" lIns="92318" tIns="46159" rIns="92318" bIns="46159" rtlCol="0" anchor="b"/>
          <a:lstStyle>
            <a:lvl1pPr algn="r">
              <a:defRPr sz="1200"/>
            </a:lvl1pPr>
          </a:lstStyle>
          <a:p>
            <a:fld id="{028491A8-3BEC-4649-9399-C28210E2ECA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67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8" tIns="46159" rIns="92318" bIns="4615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8" tIns="46159" rIns="92318" bIns="46159" rtlCol="0"/>
          <a:lstStyle>
            <a:lvl1pPr algn="r">
              <a:defRPr sz="1200"/>
            </a:lvl1pPr>
          </a:lstStyle>
          <a:p>
            <a:fld id="{10C2B037-BBA3-45C8-BB28-C4A9BE9EE27E}" type="datetimeFigureOut">
              <a:rPr lang="en-ZA" smtClean="0"/>
              <a:t>2018/10/17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8" tIns="46159" rIns="92318" bIns="46159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4"/>
            <a:ext cx="5511800" cy="3946118"/>
          </a:xfrm>
          <a:prstGeom prst="rect">
            <a:avLst/>
          </a:prstGeom>
        </p:spPr>
        <p:txBody>
          <a:bodyPr vert="horz" lIns="92318" tIns="46159" rIns="92318" bIns="4615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6"/>
            <a:ext cx="2985558" cy="502834"/>
          </a:xfrm>
          <a:prstGeom prst="rect">
            <a:avLst/>
          </a:prstGeom>
        </p:spPr>
        <p:txBody>
          <a:bodyPr vert="horz" lIns="92318" tIns="46159" rIns="92318" bIns="4615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6"/>
            <a:ext cx="2985558" cy="502834"/>
          </a:xfrm>
          <a:prstGeom prst="rect">
            <a:avLst/>
          </a:prstGeom>
        </p:spPr>
        <p:txBody>
          <a:bodyPr vert="horz" lIns="92318" tIns="46159" rIns="92318" bIns="46159" rtlCol="0" anchor="b"/>
          <a:lstStyle>
            <a:lvl1pPr algn="r">
              <a:defRPr sz="1200"/>
            </a:lvl1pPr>
          </a:lstStyle>
          <a:p>
            <a:fld id="{B39C86E4-FECB-426E-8F25-41F37B7378B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578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92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92164705-DBEA-4887-8BF1-4CEAC127E8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15277" y="0"/>
            <a:ext cx="10276723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8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4FDC4E71-4905-4CEA-A256-07B628525D39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263AB8-E2AF-4AC1-BE73-70E8DAE64446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9840D7DC-08E2-4E59-B0E5-EF11E05E0A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EEF0C320-E7C1-453E-A529-AF5702E76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08017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>
            <a:extLst>
              <a:ext uri="{FF2B5EF4-FFF2-40B4-BE49-F238E27FC236}">
                <a16:creationId xmlns:a16="http://schemas.microsoft.com/office/drawing/2014/main" id="{F3CD4C41-FA40-42D3-AA88-F741F3E381A9}"/>
              </a:ext>
            </a:extLst>
          </p:cNvPr>
          <p:cNvSpPr>
            <a:spLocks/>
          </p:cNvSpPr>
          <p:nvPr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F3B4B49-B770-417B-AF4E-126CDC3B4184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F19E1F4-FB0B-47D5-BAE1-62CE2B056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41C46851-8C7C-4D45-803F-F2CE0BB86C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4342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0929DEC5-F6AF-474D-8695-23D85FD27B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422" y="1356659"/>
            <a:ext cx="2923188" cy="555985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DC891C81-F211-4E7A-BFA8-A470CDE31922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EAC5146-257A-4348-BDBE-4A8743BAE92A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056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83BFD6C4-3F04-4B12-8E76-F4BE78C705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60F9D7A1-BB6C-4E12-9602-9EA6D9C57B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DA05D932-41EC-46BC-903C-B1A7C1BD0D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6837" y="3015342"/>
            <a:ext cx="8978326" cy="1214097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</p:spTree>
    <p:extLst>
      <p:ext uri="{BB962C8B-B14F-4D97-AF65-F5344CB8AC3E}">
        <p14:creationId xmlns:p14="http://schemas.microsoft.com/office/powerpoint/2010/main" val="156652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376EC999-1427-4871-8CFA-6B188C9D70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051" y="1846205"/>
            <a:ext cx="3657600" cy="4357141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65E2D11-3F2A-44FE-A49F-29F0A2DB58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7603" y="2090100"/>
            <a:ext cx="1105482" cy="1105482"/>
          </a:xfrm>
          <a:prstGeom prst="ellipse">
            <a:avLst/>
          </a:pr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764B6FE-DF73-4D54-A566-D95DCEBF04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6122" y="2090100"/>
            <a:ext cx="1105482" cy="1105482"/>
          </a:xfrm>
          <a:prstGeom prst="ellipse">
            <a:avLst/>
          </a:pr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DF1EBAE-FDAD-4EF5-AE36-67A86C797B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640" y="2090100"/>
            <a:ext cx="1105482" cy="1105482"/>
          </a:xfrm>
          <a:prstGeom prst="ellipse">
            <a:avLst/>
          </a:pr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5EC0090-ED82-43FF-9E0A-CA97B8F7C8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57603" y="4341476"/>
            <a:ext cx="1105482" cy="1105482"/>
          </a:xfrm>
          <a:prstGeom prst="ellipse">
            <a:avLst/>
          </a:pr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234CCAD-9402-4AC0-9A12-58CD8BBAFB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96122" y="4341476"/>
            <a:ext cx="1105482" cy="1105482"/>
          </a:xfrm>
          <a:prstGeom prst="ellipse">
            <a:avLst/>
          </a:pr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1D122BB9-711C-4B25-BC46-FD44AF3D41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34640" y="4341476"/>
            <a:ext cx="1105482" cy="1105482"/>
          </a:xfrm>
          <a:prstGeom prst="ellipse">
            <a:avLst/>
          </a:pr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6B3C482-4785-47A9-B1A1-39240F82A8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BBF00F99-6EAD-4BDA-B55B-FF54CCBA51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8E933156-105A-47A6-A735-27F6E6B85AFB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FAEE13A2-7EA3-496E-8EEE-ABE6A0A7B66A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966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B53296E1-CE9A-4D5E-96AE-4BCC5D6081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61412" y="2842953"/>
            <a:ext cx="3485804" cy="193963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25ED1DE2-CB6E-43BF-93CE-5857D89AD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7E58195-9F39-4BCD-868A-40BC42CC6D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FC33A90-7915-4A2F-BBF2-E68828024262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924C5EF-817E-4043-81D9-2BCF42E18001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755B12F-8A4B-4621-92A7-A76385B3259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0933" y="4756379"/>
            <a:ext cx="730384" cy="730384"/>
          </a:xfrm>
          <a:custGeom>
            <a:avLst/>
            <a:gdLst>
              <a:gd name="connsiteX0" fmla="*/ 365192 w 730384"/>
              <a:gd name="connsiteY0" fmla="*/ 0 h 730384"/>
              <a:gd name="connsiteX1" fmla="*/ 730384 w 730384"/>
              <a:gd name="connsiteY1" fmla="*/ 365192 h 730384"/>
              <a:gd name="connsiteX2" fmla="*/ 365192 w 730384"/>
              <a:gd name="connsiteY2" fmla="*/ 730384 h 730384"/>
              <a:gd name="connsiteX3" fmla="*/ 0 w 730384"/>
              <a:gd name="connsiteY3" fmla="*/ 365192 h 730384"/>
              <a:gd name="connsiteX4" fmla="*/ 365192 w 730384"/>
              <a:gd name="connsiteY4" fmla="*/ 0 h 730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384" h="730384">
                <a:moveTo>
                  <a:pt x="365192" y="0"/>
                </a:moveTo>
                <a:cubicBezTo>
                  <a:pt x="566882" y="0"/>
                  <a:pt x="730384" y="163502"/>
                  <a:pt x="730384" y="365192"/>
                </a:cubicBezTo>
                <a:cubicBezTo>
                  <a:pt x="730384" y="566882"/>
                  <a:pt x="566882" y="730384"/>
                  <a:pt x="365192" y="730384"/>
                </a:cubicBezTo>
                <a:cubicBezTo>
                  <a:pt x="163502" y="730384"/>
                  <a:pt x="0" y="566882"/>
                  <a:pt x="0" y="365192"/>
                </a:cubicBezTo>
                <a:cubicBezTo>
                  <a:pt x="0" y="163502"/>
                  <a:pt x="163502" y="0"/>
                  <a:pt x="3651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9B64B53-BED1-41CA-829A-E85E20BB17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801122" y="4756379"/>
            <a:ext cx="730384" cy="730384"/>
          </a:xfrm>
          <a:custGeom>
            <a:avLst/>
            <a:gdLst>
              <a:gd name="connsiteX0" fmla="*/ 365192 w 730384"/>
              <a:gd name="connsiteY0" fmla="*/ 0 h 730384"/>
              <a:gd name="connsiteX1" fmla="*/ 730384 w 730384"/>
              <a:gd name="connsiteY1" fmla="*/ 365192 h 730384"/>
              <a:gd name="connsiteX2" fmla="*/ 365192 w 730384"/>
              <a:gd name="connsiteY2" fmla="*/ 730384 h 730384"/>
              <a:gd name="connsiteX3" fmla="*/ 0 w 730384"/>
              <a:gd name="connsiteY3" fmla="*/ 365192 h 730384"/>
              <a:gd name="connsiteX4" fmla="*/ 365192 w 730384"/>
              <a:gd name="connsiteY4" fmla="*/ 0 h 730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384" h="730384">
                <a:moveTo>
                  <a:pt x="365192" y="0"/>
                </a:moveTo>
                <a:cubicBezTo>
                  <a:pt x="566882" y="0"/>
                  <a:pt x="730384" y="163502"/>
                  <a:pt x="730384" y="365192"/>
                </a:cubicBezTo>
                <a:cubicBezTo>
                  <a:pt x="730384" y="566882"/>
                  <a:pt x="566882" y="730384"/>
                  <a:pt x="365192" y="730384"/>
                </a:cubicBezTo>
                <a:cubicBezTo>
                  <a:pt x="163502" y="730384"/>
                  <a:pt x="0" y="566882"/>
                  <a:pt x="0" y="365192"/>
                </a:cubicBezTo>
                <a:cubicBezTo>
                  <a:pt x="0" y="163502"/>
                  <a:pt x="163502" y="0"/>
                  <a:pt x="3651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3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C809FB3-3E7F-4509-B19A-11F3FAA75D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200" y="2478505"/>
            <a:ext cx="1903413" cy="2534654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F80FA55-D251-467C-A7AF-A127142D4E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23412" y="3789947"/>
            <a:ext cx="870284" cy="1545592"/>
          </a:xfrm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F712A3D-51DA-4012-9E29-9E9068F99D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C11C4DA-A1C5-4322-9C22-9792686FF4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BCB0A0E5-5686-4BCD-A187-C62D07BFE91C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0858252-BDF2-4414-BCA2-DFDF396B8F24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187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6203999-7D88-498B-B79E-60FBDDCD27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4100" y="2355850"/>
            <a:ext cx="1751013" cy="313055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553F3CB7-166A-42CC-8111-90717635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E3F72EC4-C13B-41F8-AFD1-40EBD4194F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893CD426-F4EA-43B0-B66C-0503AE0C9CF4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BEA0170-CFB3-4135-84EC-74F984C1D9A7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F72FAF9A-ED09-49E9-807A-BB5C9AFD4E5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946061" y="4161414"/>
            <a:ext cx="3071592" cy="175101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0C6982B0-2A8A-482E-96B0-D6D8C5403D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4093" y="635580"/>
            <a:ext cx="4135438" cy="43678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Tittle Here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DCC20B2C-90F8-49BC-A73C-EDBF3C4AFB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4093" y="1173957"/>
            <a:ext cx="4135438" cy="4367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6ED25BC1-AE86-447F-93A9-432A7651C484}"/>
              </a:ext>
            </a:extLst>
          </p:cNvPr>
          <p:cNvSpPr>
            <a:spLocks/>
          </p:cNvSpPr>
          <p:nvPr userDrawn="1"/>
        </p:nvSpPr>
        <p:spPr bwMode="auto">
          <a:xfrm>
            <a:off x="11342846" y="6005893"/>
            <a:ext cx="391954" cy="394907"/>
          </a:xfrm>
          <a:custGeom>
            <a:avLst/>
            <a:gdLst>
              <a:gd name="T0" fmla="*/ 743 w 810"/>
              <a:gd name="T1" fmla="*/ 810 h 810"/>
              <a:gd name="T2" fmla="*/ 67 w 810"/>
              <a:gd name="T3" fmla="*/ 810 h 810"/>
              <a:gd name="T4" fmla="*/ 0 w 810"/>
              <a:gd name="T5" fmla="*/ 743 h 810"/>
              <a:gd name="T6" fmla="*/ 0 w 810"/>
              <a:gd name="T7" fmla="*/ 66 h 810"/>
              <a:gd name="T8" fmla="*/ 67 w 810"/>
              <a:gd name="T9" fmla="*/ 0 h 810"/>
              <a:gd name="T10" fmla="*/ 743 w 810"/>
              <a:gd name="T11" fmla="*/ 0 h 810"/>
              <a:gd name="T12" fmla="*/ 810 w 810"/>
              <a:gd name="T13" fmla="*/ 66 h 810"/>
              <a:gd name="T14" fmla="*/ 810 w 810"/>
              <a:gd name="T15" fmla="*/ 743 h 810"/>
              <a:gd name="T16" fmla="*/ 743 w 810"/>
              <a:gd name="T17" fmla="*/ 810 h 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0" h="810">
                <a:moveTo>
                  <a:pt x="743" y="810"/>
                </a:moveTo>
                <a:cubicBezTo>
                  <a:pt x="67" y="810"/>
                  <a:pt x="67" y="810"/>
                  <a:pt x="67" y="810"/>
                </a:cubicBezTo>
                <a:cubicBezTo>
                  <a:pt x="30" y="810"/>
                  <a:pt x="0" y="780"/>
                  <a:pt x="0" y="743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30"/>
                  <a:pt x="30" y="0"/>
                  <a:pt x="67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780" y="0"/>
                  <a:pt x="810" y="30"/>
                  <a:pt x="810" y="66"/>
                </a:cubicBezTo>
                <a:cubicBezTo>
                  <a:pt x="810" y="743"/>
                  <a:pt x="810" y="743"/>
                  <a:pt x="810" y="743"/>
                </a:cubicBezTo>
                <a:cubicBezTo>
                  <a:pt x="810" y="780"/>
                  <a:pt x="780" y="810"/>
                  <a:pt x="743" y="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78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5B22A55-199E-4358-A1AE-157E6EA6B762}"/>
              </a:ext>
            </a:extLst>
          </p:cNvPr>
          <p:cNvSpPr txBox="1">
            <a:spLocks/>
          </p:cNvSpPr>
          <p:nvPr userDrawn="1"/>
        </p:nvSpPr>
        <p:spPr>
          <a:xfrm>
            <a:off x="11261489" y="6005893"/>
            <a:ext cx="554668" cy="3778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96CAF5E-82FD-46C1-8113-274199A6E6F4}" type="slidenum">
              <a:rPr lang="id-ID" sz="1200" b="1" smtClean="0">
                <a:solidFill>
                  <a:schemeClr val="bg2"/>
                </a:solidFill>
                <a:latin typeface="+mj-lt"/>
              </a:rPr>
              <a:pPr algn="ctr"/>
              <a:t>‹#›</a:t>
            </a:fld>
            <a:endParaRPr lang="id-ID" sz="1200" b="1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7383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E19F65B0-0743-4B38-84EF-6C622D7DC5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48543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15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AD077879-4032-4273-B4BC-D70EA8EBC2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21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779463"/>
          </a:xfrm>
        </p:spPr>
        <p:txBody>
          <a:bodyPr>
            <a:normAutofit/>
          </a:bodyPr>
          <a:lstStyle>
            <a:lvl1pPr>
              <a:defRPr sz="3200" cap="all" baseline="0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437"/>
            <a:ext cx="10515600" cy="435133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CSG CIS Revamp Project | Spatial Session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57" y="6343650"/>
            <a:ext cx="2170541" cy="334884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BCAE38CA-36A8-49A6-A686-A788B8A2CB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51" y="6081475"/>
            <a:ext cx="1480000" cy="6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79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C306C-2720-4FD0-809A-6A109E4E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806DE-21E7-4820-9914-465DFE406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7D621-CDE6-439B-806A-EF76DD11B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9FB35-45A6-4750-BE9F-FABF3D2D0AFB}" type="datetimeFigureOut">
              <a:rPr lang="en-US" smtClean="0"/>
              <a:t>10/17/2018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F9946-8117-45CE-875A-B859CB720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53D87-F264-495E-9DA8-E434E0790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F3D4E-0DB8-46E0-A716-A4C399F3E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1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869" y="1"/>
            <a:ext cx="5747132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" y="2906973"/>
            <a:ext cx="11941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>
                <a:solidFill>
                  <a:srgbClr val="C00000"/>
                </a:solidFill>
              </a:defRPr>
            </a:lvl1pPr>
          </a:lstStyle>
          <a:p>
            <a:pPr algn="r"/>
            <a:r>
              <a:rPr lang="en-ZA" dirty="0">
                <a:cs typeface="Calibri" panose="020F0502020204030204" pitchFamily="34" charset="0"/>
              </a:rPr>
              <a:t>User Sessions | Spatial Data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" y="3755409"/>
            <a:ext cx="11941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600" dirty="0">
                <a:solidFill>
                  <a:schemeClr val="bg1">
                    <a:lumMod val="65000"/>
                  </a:schemeClr>
                </a:solidFill>
                <a:cs typeface="Calibri" panose="020F0502020204030204" pitchFamily="34" charset="0"/>
              </a:rPr>
              <a:t>CSG CIS Revamp Project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4555434" y="6356350"/>
            <a:ext cx="2743200" cy="365125"/>
          </a:xfrm>
        </p:spPr>
        <p:txBody>
          <a:bodyPr/>
          <a:lstStyle/>
          <a:p>
            <a:fld id="{8152C3D4-90BA-4F7F-8FA6-8BB83459753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495257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BA58-9D91-48D5-BEB0-8E35A95B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Refreshing Spatial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FD5E-20FA-4C88-8655-BE8730141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Data Types</a:t>
            </a:r>
          </a:p>
          <a:p>
            <a:pPr lvl="1"/>
            <a:r>
              <a:rPr lang="en-ZA" dirty="0"/>
              <a:t>Vector</a:t>
            </a:r>
          </a:p>
          <a:p>
            <a:pPr lvl="2"/>
            <a:r>
              <a:rPr lang="en-ZA" dirty="0"/>
              <a:t>Point, Line, Polygon</a:t>
            </a:r>
          </a:p>
          <a:p>
            <a:pPr lvl="1"/>
            <a:r>
              <a:rPr lang="en-ZA" dirty="0"/>
              <a:t>Raster</a:t>
            </a:r>
          </a:p>
          <a:p>
            <a:pPr lvl="2"/>
            <a:r>
              <a:rPr lang="en-ZA" dirty="0"/>
              <a:t>Imagery</a:t>
            </a:r>
          </a:p>
          <a:p>
            <a:r>
              <a:rPr lang="en-ZA" dirty="0"/>
              <a:t>Data Model</a:t>
            </a:r>
          </a:p>
          <a:p>
            <a:pPr lvl="1"/>
            <a:r>
              <a:rPr lang="en-ZA" dirty="0"/>
              <a:t>Element (Point/Line/Polygon)</a:t>
            </a:r>
          </a:p>
          <a:p>
            <a:pPr lvl="1"/>
            <a:r>
              <a:rPr lang="en-ZA" dirty="0"/>
              <a:t>Geometry (Feature Object)</a:t>
            </a:r>
          </a:p>
          <a:p>
            <a:pPr lvl="1"/>
            <a:r>
              <a:rPr lang="en-ZA" dirty="0"/>
              <a:t>Layer (Collection of Geometries)</a:t>
            </a:r>
          </a:p>
          <a:p>
            <a:pPr lvl="1"/>
            <a:r>
              <a:rPr lang="en-ZA" dirty="0"/>
              <a:t>Coordinate System (Geographic, Projected, Local/Cartesian)</a:t>
            </a:r>
          </a:p>
          <a:p>
            <a:pPr lvl="1"/>
            <a:r>
              <a:rPr lang="en-ZA" dirty="0"/>
              <a:t>Tolerance (Level of precision)</a:t>
            </a:r>
          </a:p>
        </p:txBody>
      </p:sp>
    </p:spTree>
    <p:extLst>
      <p:ext uri="{BB962C8B-B14F-4D97-AF65-F5344CB8AC3E}">
        <p14:creationId xmlns:p14="http://schemas.microsoft.com/office/powerpoint/2010/main" val="15905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6C4B-8C8C-41FB-9EA3-25B6B26D1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spatial | Business processes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63E127-1FB6-4186-91D1-0FAB062F5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718920"/>
              </p:ext>
            </p:extLst>
          </p:nvPr>
        </p:nvGraphicFramePr>
        <p:xfrm>
          <a:off x="485775" y="1071563"/>
          <a:ext cx="11272838" cy="5127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788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03A70-7138-45C9-AF42-F465380F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 of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876B4-FC38-4F41-99DE-CF5A7D29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Diagram;</a:t>
            </a:r>
            <a:endParaRPr lang="en-ZA" b="1" dirty="0"/>
          </a:p>
          <a:p>
            <a:pPr lvl="0"/>
            <a:r>
              <a:rPr lang="en-US" b="1" dirty="0"/>
              <a:t>General Plan;</a:t>
            </a:r>
            <a:endParaRPr lang="en-ZA" b="1" dirty="0"/>
          </a:p>
          <a:p>
            <a:pPr lvl="0"/>
            <a:r>
              <a:rPr lang="en-US" b="1" dirty="0"/>
              <a:t>Sectional Plan;</a:t>
            </a:r>
            <a:endParaRPr lang="en-ZA" b="1" dirty="0"/>
          </a:p>
          <a:p>
            <a:pPr lvl="0"/>
            <a:r>
              <a:rPr lang="en-US" b="1" dirty="0"/>
              <a:t>Beacon Agreement;</a:t>
            </a:r>
            <a:endParaRPr lang="en-ZA" b="1" dirty="0"/>
          </a:p>
          <a:p>
            <a:pPr lvl="0"/>
            <a:r>
              <a:rPr lang="en-US" b="1" dirty="0"/>
              <a:t>Servitude Plan;</a:t>
            </a:r>
            <a:endParaRPr lang="en-ZA" b="1" dirty="0"/>
          </a:p>
          <a:p>
            <a:pPr lvl="0"/>
            <a:r>
              <a:rPr lang="en-US" dirty="0"/>
              <a:t>Survey Record.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909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5FEAE-CDF2-4335-9E11-32A1E004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ENTITIES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E99B9F-D494-43F6-8114-ACAB42AF8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790601"/>
              </p:ext>
            </p:extLst>
          </p:nvPr>
        </p:nvGraphicFramePr>
        <p:xfrm>
          <a:off x="989814" y="1319753"/>
          <a:ext cx="9125147" cy="383281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5203287">
                  <a:extLst>
                    <a:ext uri="{9D8B030D-6E8A-4147-A177-3AD203B41FA5}">
                      <a16:colId xmlns:a16="http://schemas.microsoft.com/office/drawing/2014/main" val="208739916"/>
                    </a:ext>
                  </a:extLst>
                </a:gridCol>
                <a:gridCol w="3921860">
                  <a:extLst>
                    <a:ext uri="{9D8B030D-6E8A-4147-A177-3AD203B41FA5}">
                      <a16:colId xmlns:a16="http://schemas.microsoft.com/office/drawing/2014/main" val="58989733"/>
                    </a:ext>
                  </a:extLst>
                </a:gridCol>
              </a:tblGrid>
              <a:tr h="50672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Current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Proposed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58651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SP_PARCEL 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GISParcelPreApproved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29893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SP_BEACON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GISParcelApproved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21809306"/>
                  </a:ext>
                </a:extLst>
              </a:tr>
              <a:tr h="50672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SP_BOUNDARY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GISParcelSpatial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47124656"/>
                  </a:ext>
                </a:extLst>
              </a:tr>
              <a:tr h="50672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SP_EASELINE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GISBeacon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64056058"/>
                  </a:ext>
                </a:extLst>
              </a:tr>
              <a:tr h="50672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 dirty="0">
                          <a:effectLst/>
                        </a:rPr>
                        <a:t>SP_EASEPOLY</a:t>
                      </a:r>
                      <a:endParaRPr lang="en-ZA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GISBoundary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2180301"/>
                  </a:ext>
                </a:extLst>
              </a:tr>
              <a:tr h="506720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 dirty="0">
                          <a:effectLst/>
                        </a:rPr>
                        <a:t>SP_STRTXT</a:t>
                      </a:r>
                      <a:endParaRPr lang="en-ZA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>
                          <a:effectLst/>
                        </a:rPr>
                        <a:t>GISEasement</a:t>
                      </a:r>
                      <a:endParaRPr lang="en-ZA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44907069"/>
                  </a:ext>
                </a:extLst>
              </a:tr>
              <a:tr h="273138">
                <a:tc>
                  <a:txBody>
                    <a:bodyPr/>
                    <a:lstStyle/>
                    <a:p>
                      <a:pPr algn="l" fontAlgn="b"/>
                      <a:r>
                        <a:rPr lang="en-ZA" sz="2800" u="none" strike="noStrike" dirty="0">
                          <a:effectLst/>
                        </a:rPr>
                        <a:t>SP_TOWN</a:t>
                      </a:r>
                      <a:endParaRPr lang="en-ZA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8817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4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50DE-51F1-40C3-BD21-70423D58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layers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70F446-FB39-4858-8403-94DDCDC53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398367"/>
              </p:ext>
            </p:extLst>
          </p:nvPr>
        </p:nvGraphicFramePr>
        <p:xfrm>
          <a:off x="977245" y="904858"/>
          <a:ext cx="9825873" cy="527913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009268">
                  <a:extLst>
                    <a:ext uri="{9D8B030D-6E8A-4147-A177-3AD203B41FA5}">
                      <a16:colId xmlns:a16="http://schemas.microsoft.com/office/drawing/2014/main" val="3100572545"/>
                    </a:ext>
                  </a:extLst>
                </a:gridCol>
                <a:gridCol w="4816605">
                  <a:extLst>
                    <a:ext uri="{9D8B030D-6E8A-4147-A177-3AD203B41FA5}">
                      <a16:colId xmlns:a16="http://schemas.microsoft.com/office/drawing/2014/main" val="2865062479"/>
                    </a:ext>
                  </a:extLst>
                </a:gridCol>
              </a:tblGrid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Administrative Registration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Metropolitan Municipality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980303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Allotment Township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Mineral Rights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39430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Beacon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Other Boundaries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30047903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Communal Land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Parent Farm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86094179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Compilations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Private Open Space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19092921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Deeds Office Area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Private Street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18744090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District Management Area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Proclamation Area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2433346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District Municipality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Provincial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4265060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Erf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Public Place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9513684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Established Boundary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Servitude Area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7619057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Farm Portion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Servitude Line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1721674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General Plan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Street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9669456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Holding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Street Name Text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6418933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International  Boundary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Suburb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51187884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Lease Area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>
                          <a:effectLst/>
                        </a:rPr>
                        <a:t>Surveyed Informal Erf</a:t>
                      </a:r>
                      <a:endParaRPr lang="en-ZA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56597259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Local Municipality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Unalienated River Bed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09880930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Magisterial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u="none" strike="noStrike" dirty="0">
                          <a:effectLst/>
                        </a:rPr>
                        <a:t>Unalienated State Land</a:t>
                      </a:r>
                      <a:endParaRPr lang="en-Z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18524383"/>
                  </a:ext>
                </a:extLst>
              </a:tr>
              <a:tr h="293285"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Lease General Plan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Lease ERF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3584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44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36C6-125B-4869-9A8F-1A3CC6D2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Entities – current vs proposed | parcel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DEEEAF-CA98-44E1-9970-6C3923310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212641"/>
              </p:ext>
            </p:extLst>
          </p:nvPr>
        </p:nvGraphicFramePr>
        <p:xfrm>
          <a:off x="952106" y="961533"/>
          <a:ext cx="9483365" cy="4914157"/>
        </p:xfrm>
        <a:graphic>
          <a:graphicData uri="http://schemas.openxmlformats.org/drawingml/2006/table">
            <a:tbl>
              <a:tblPr firstRow="1" bandCol="1">
                <a:tableStyleId>{93296810-A885-4BE3-A3E7-6D5BEEA58F35}</a:tableStyleId>
              </a:tblPr>
              <a:tblGrid>
                <a:gridCol w="1400737">
                  <a:extLst>
                    <a:ext uri="{9D8B030D-6E8A-4147-A177-3AD203B41FA5}">
                      <a16:colId xmlns:a16="http://schemas.microsoft.com/office/drawing/2014/main" val="319519225"/>
                    </a:ext>
                  </a:extLst>
                </a:gridCol>
                <a:gridCol w="2460754">
                  <a:extLst>
                    <a:ext uri="{9D8B030D-6E8A-4147-A177-3AD203B41FA5}">
                      <a16:colId xmlns:a16="http://schemas.microsoft.com/office/drawing/2014/main" val="1798034462"/>
                    </a:ext>
                  </a:extLst>
                </a:gridCol>
                <a:gridCol w="2044318">
                  <a:extLst>
                    <a:ext uri="{9D8B030D-6E8A-4147-A177-3AD203B41FA5}">
                      <a16:colId xmlns:a16="http://schemas.microsoft.com/office/drawing/2014/main" val="2099215742"/>
                    </a:ext>
                  </a:extLst>
                </a:gridCol>
                <a:gridCol w="1760385">
                  <a:extLst>
                    <a:ext uri="{9D8B030D-6E8A-4147-A177-3AD203B41FA5}">
                      <a16:colId xmlns:a16="http://schemas.microsoft.com/office/drawing/2014/main" val="577715207"/>
                    </a:ext>
                  </a:extLst>
                </a:gridCol>
                <a:gridCol w="1817171">
                  <a:extLst>
                    <a:ext uri="{9D8B030D-6E8A-4147-A177-3AD203B41FA5}">
                      <a16:colId xmlns:a16="http://schemas.microsoft.com/office/drawing/2014/main" val="1856767723"/>
                    </a:ext>
                  </a:extLst>
                </a:gridCol>
              </a:tblGrid>
              <a:tr h="228549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Current Entity</a:t>
                      </a:r>
                      <a:endParaRPr lang="en-ZA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Layer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ZA" sz="1600" u="none" strike="noStrike" dirty="0">
                          <a:effectLst/>
                        </a:rPr>
                        <a:t>New Entities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5033929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SP_PARCEL 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Erf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24627111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Farm Portion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62365447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Holding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99807106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Parent Farm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5354985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Private Open Space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31418481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Private Street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6709847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Public Place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6090200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Street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7606528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Surveyed Informal Erf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 err="1">
                          <a:effectLst/>
                        </a:rPr>
                        <a:t>GISParcelPreApproved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8343862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Unalienated River Bed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05079599"/>
                  </a:ext>
                </a:extLst>
              </a:tr>
              <a:tr h="423997"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SP_PARCEL 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Unalienated State Land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>
                          <a:effectLst/>
                        </a:rPr>
                        <a:t>GISParcelPreApproved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GISParcelSpatial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38895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85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F7D7-3314-427E-9B01-340744CE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transacton</a:t>
            </a: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9397E2-DAFD-4DFF-92C6-ACFDB1801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684881"/>
              </p:ext>
            </p:extLst>
          </p:nvPr>
        </p:nvGraphicFramePr>
        <p:xfrm>
          <a:off x="838200" y="1341438"/>
          <a:ext cx="1051560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065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BB47-B372-468B-B62C-87A9B8BA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Entities – current vs proposed | others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BEDACF-4F0B-4CAD-9D09-DF28B9E51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364162"/>
              </p:ext>
            </p:extLst>
          </p:nvPr>
        </p:nvGraphicFramePr>
        <p:xfrm>
          <a:off x="838200" y="1055687"/>
          <a:ext cx="10257149" cy="4890275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432785">
                  <a:extLst>
                    <a:ext uri="{9D8B030D-6E8A-4147-A177-3AD203B41FA5}">
                      <a16:colId xmlns:a16="http://schemas.microsoft.com/office/drawing/2014/main" val="1082888232"/>
                    </a:ext>
                  </a:extLst>
                </a:gridCol>
                <a:gridCol w="4273811">
                  <a:extLst>
                    <a:ext uri="{9D8B030D-6E8A-4147-A177-3AD203B41FA5}">
                      <a16:colId xmlns:a16="http://schemas.microsoft.com/office/drawing/2014/main" val="4202397029"/>
                    </a:ext>
                  </a:extLst>
                </a:gridCol>
                <a:gridCol w="3550553">
                  <a:extLst>
                    <a:ext uri="{9D8B030D-6E8A-4147-A177-3AD203B41FA5}">
                      <a16:colId xmlns:a16="http://schemas.microsoft.com/office/drawing/2014/main" val="2000964563"/>
                    </a:ext>
                  </a:extLst>
                </a:gridCol>
              </a:tblGrid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Current Entity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Layer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New Entity</a:t>
                      </a:r>
                      <a:endParaRPr lang="en-Z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251688940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SP_BEACON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Beacon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GISBeacon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980543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Administrative Registration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904823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Communal Land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539090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Compilations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28356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Deeds Office Area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841978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District Management Area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25766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District Municipality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54217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General Plan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027199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Local Municipality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21430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Magisterial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797121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Metropolitan Municipality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846677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Other Boundaries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42459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Proclamation Area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5452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Provincial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1096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SP_BOUNDARY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Suburb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431693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SP_EASELINE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Established 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 err="1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34983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SP_EASELINE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International  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 err="1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38832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SP_EASELINE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Servitude Line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 err="1">
                          <a:effectLst/>
                        </a:rPr>
                        <a:t>GISEasement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14851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SP_EASELINE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Street Centreline</a:t>
                      </a: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GSIStreets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716486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SP_EASEPOLY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Lease Area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 err="1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567369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SP_EASEPOLY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Mineral Rights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 err="1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28337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SP_EASEPOLY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Servitude Area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 err="1">
                          <a:effectLst/>
                        </a:rPr>
                        <a:t>GISEasement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3749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SP_STRTXT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>
                          <a:effectLst/>
                        </a:rPr>
                        <a:t>Street Name Text</a:t>
                      </a:r>
                      <a:endParaRPr lang="en-Z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597487"/>
                  </a:ext>
                </a:extLst>
              </a:tr>
              <a:tr h="195611"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SP_TOWN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Allotment Township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100" u="none" strike="noStrike" dirty="0">
                          <a:effectLst/>
                        </a:rPr>
                        <a:t>GISBoundary</a:t>
                      </a:r>
                      <a:endParaRPr lang="en-Z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52" marR="6252" marT="6252" marB="0" anchor="b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531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28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8BD9-7F64-4801-AB4D-D644AA36A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| </a:t>
            </a:r>
            <a:r>
              <a:rPr lang="en-ZA" dirty="0" err="1"/>
              <a:t>gispARCEL</a:t>
            </a:r>
            <a:endParaRPr lang="en-ZA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3DBF87-26D3-43B3-989F-0C497D474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512941"/>
              </p:ext>
            </p:extLst>
          </p:nvPr>
        </p:nvGraphicFramePr>
        <p:xfrm>
          <a:off x="838200" y="1055688"/>
          <a:ext cx="9587059" cy="4926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03095">
                  <a:extLst>
                    <a:ext uri="{9D8B030D-6E8A-4147-A177-3AD203B41FA5}">
                      <a16:colId xmlns:a16="http://schemas.microsoft.com/office/drawing/2014/main" val="2345616011"/>
                    </a:ext>
                  </a:extLst>
                </a:gridCol>
                <a:gridCol w="4683964">
                  <a:extLst>
                    <a:ext uri="{9D8B030D-6E8A-4147-A177-3AD203B41FA5}">
                      <a16:colId xmlns:a16="http://schemas.microsoft.com/office/drawing/2014/main" val="1672492946"/>
                    </a:ext>
                  </a:extLst>
                </a:gridCol>
              </a:tblGrid>
              <a:tr h="388341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FIELD NAME</a:t>
                      </a:r>
                      <a:endParaRPr lang="en-ZA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DESCRIPTION</a:t>
                      </a:r>
                      <a:endParaRPr lang="en-ZA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2093128359"/>
                  </a:ext>
                </a:extLst>
              </a:tr>
              <a:tr h="24078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GID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Geometry Identifier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2598906885"/>
                  </a:ext>
                </a:extLst>
              </a:tr>
              <a:tr h="24078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PRCL_KEY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27 Digit Code (5 </a:t>
                      </a:r>
                      <a:r>
                        <a:rPr lang="en-ZA" sz="1600" u="none" strike="noStrike" dirty="0" err="1">
                          <a:effectLst/>
                        </a:rPr>
                        <a:t>mdbcode</a:t>
                      </a:r>
                      <a:r>
                        <a:rPr lang="en-ZA" sz="1600" u="none" strike="noStrike" dirty="0">
                          <a:effectLst/>
                        </a:rPr>
                        <a:t> + 21 +1 remainder)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3769276521"/>
                  </a:ext>
                </a:extLst>
              </a:tr>
              <a:tr h="24078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PRCL_TYPE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Parcel Type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2138110315"/>
                  </a:ext>
                </a:extLst>
              </a:tr>
              <a:tr h="24078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LSTATUS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Legal Status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1172815426"/>
                  </a:ext>
                </a:extLst>
              </a:tr>
              <a:tr h="137589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WSTATUS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Work Status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666386409"/>
                  </a:ext>
                </a:extLst>
              </a:tr>
              <a:tr h="7563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GEOM_AREA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Geometry Area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1716010372"/>
                  </a:ext>
                </a:extLst>
              </a:tr>
              <a:tr h="24078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COMMENTS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2227492171"/>
                  </a:ext>
                </a:extLst>
              </a:tr>
              <a:tr h="35773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TAG_X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Longitude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570352628"/>
                  </a:ext>
                </a:extLst>
              </a:tr>
              <a:tr h="35773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TAG_Y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Latitude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2708321033"/>
                  </a:ext>
                </a:extLst>
              </a:tr>
              <a:tr h="24078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TAG_VALUE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Parcel Number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4157081926"/>
                  </a:ext>
                </a:extLst>
              </a:tr>
              <a:tr h="35773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ID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21 Digit Code /LPI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698721627"/>
                  </a:ext>
                </a:extLst>
              </a:tr>
              <a:tr h="133002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DATE_STAMP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Modified DATE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4265815752"/>
                  </a:ext>
                </a:extLst>
              </a:tr>
              <a:tr h="133002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CISRefNumber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>
                          <a:effectLst/>
                        </a:rPr>
                        <a:t>Reference Number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2765230966"/>
                  </a:ext>
                </a:extLst>
              </a:tr>
              <a:tr h="727802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Layer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39" marR="4639" marT="463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Erf/Farm Portion/Holding/Parent Farm/Private Open Space/Private Street/Public Place/Street/Surveyed Informal Erf/Unalienated River Bed/Unalienated State Land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/>
                </a:tc>
                <a:extLst>
                  <a:ext uri="{0D108BD9-81ED-4DB2-BD59-A6C34878D82A}">
                    <a16:rowId xmlns:a16="http://schemas.microsoft.com/office/drawing/2014/main" val="372096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54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3D25-D73A-41DD-8D7D-0AC90832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| GISBOUNDARY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DC6DE1-E213-45FE-9D1A-42A8C338C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863593"/>
              </p:ext>
            </p:extLst>
          </p:nvPr>
        </p:nvGraphicFramePr>
        <p:xfrm>
          <a:off x="838201" y="1055689"/>
          <a:ext cx="9757527" cy="47009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78532">
                  <a:extLst>
                    <a:ext uri="{9D8B030D-6E8A-4147-A177-3AD203B41FA5}">
                      <a16:colId xmlns:a16="http://schemas.microsoft.com/office/drawing/2014/main" val="1774306238"/>
                    </a:ext>
                  </a:extLst>
                </a:gridCol>
                <a:gridCol w="5178995">
                  <a:extLst>
                    <a:ext uri="{9D8B030D-6E8A-4147-A177-3AD203B41FA5}">
                      <a16:colId xmlns:a16="http://schemas.microsoft.com/office/drawing/2014/main" val="1030918212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FIELD NAME</a:t>
                      </a:r>
                      <a:endParaRPr lang="en-ZA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DESCRIPTION</a:t>
                      </a:r>
                      <a:endParaRPr lang="en-ZA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65776934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GID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Geometry Identifier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402134576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GEOM_AREA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Geometry Area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342669014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168081493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Longitude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390264887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TAG_Y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Latitude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130134975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TAG_VALUE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Metropolitan Municipality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5418556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BND_TYPE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Boundary Type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1724561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DATE_STAMP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Modified/Created Date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274238756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CISRefNumber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Reference Number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 anchor="ctr"/>
                </a:tc>
                <a:extLst>
                  <a:ext uri="{0D108BD9-81ED-4DB2-BD59-A6C34878D82A}">
                    <a16:rowId xmlns:a16="http://schemas.microsoft.com/office/drawing/2014/main" val="24605319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Layer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7" marR="4857" marT="4857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Administrative Registration\Communal Land\Compilations\Deeds Office Area\District Management Area\District Municipality\General Plan\Local Municipality\Magisterial\Metropolitan Municipality\Other Boundaries\Proclamation Area\Provincial\Suburb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57" marR="4857" marT="4857" marB="0" anchor="b"/>
                </a:tc>
                <a:extLst>
                  <a:ext uri="{0D108BD9-81ED-4DB2-BD59-A6C34878D82A}">
                    <a16:rowId xmlns:a16="http://schemas.microsoft.com/office/drawing/2014/main" val="33783487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SGNO</a:t>
                      </a:r>
                    </a:p>
                  </a:txBody>
                  <a:tcPr marL="4857" marR="4857" marT="4857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SG Number</a:t>
                      </a:r>
                    </a:p>
                  </a:txBody>
                  <a:tcPr marL="4857" marR="4857" marT="4857" marB="0" anchor="b"/>
                </a:tc>
                <a:extLst>
                  <a:ext uri="{0D108BD9-81ED-4DB2-BD59-A6C34878D82A}">
                    <a16:rowId xmlns:a16="http://schemas.microsoft.com/office/drawing/2014/main" val="88094747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CREATINGTITLEDEEDNO</a:t>
                      </a:r>
                    </a:p>
                  </a:txBody>
                  <a:tcPr marL="4857" marR="4857" marT="4857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Creating Title Deed Number</a:t>
                      </a:r>
                    </a:p>
                  </a:txBody>
                  <a:tcPr marL="4857" marR="4857" marT="4857" marB="0" anchor="b"/>
                </a:tc>
                <a:extLst>
                  <a:ext uri="{0D108BD9-81ED-4DB2-BD59-A6C34878D82A}">
                    <a16:rowId xmlns:a16="http://schemas.microsoft.com/office/drawing/2014/main" val="343067888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TAG_ANGLE</a:t>
                      </a:r>
                    </a:p>
                  </a:txBody>
                  <a:tcPr marL="4857" marR="4857" marT="4857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 Angle in Radians</a:t>
                      </a:r>
                    </a:p>
                  </a:txBody>
                  <a:tcPr marL="4857" marR="4857" marT="4857" marB="0" anchor="b"/>
                </a:tc>
                <a:extLst>
                  <a:ext uri="{0D108BD9-81ED-4DB2-BD59-A6C34878D82A}">
                    <a16:rowId xmlns:a16="http://schemas.microsoft.com/office/drawing/2014/main" val="3461747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528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6979-0336-4F41-8BB2-633B5071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| GISEASEMENT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38C804-A6D0-491D-8EB8-F6CF4CDF3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976325"/>
              </p:ext>
            </p:extLst>
          </p:nvPr>
        </p:nvGraphicFramePr>
        <p:xfrm>
          <a:off x="838201" y="857726"/>
          <a:ext cx="10515600" cy="50141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40337">
                  <a:extLst>
                    <a:ext uri="{9D8B030D-6E8A-4147-A177-3AD203B41FA5}">
                      <a16:colId xmlns:a16="http://schemas.microsoft.com/office/drawing/2014/main" val="3023927897"/>
                    </a:ext>
                  </a:extLst>
                </a:gridCol>
                <a:gridCol w="5875263">
                  <a:extLst>
                    <a:ext uri="{9D8B030D-6E8A-4147-A177-3AD203B41FA5}">
                      <a16:colId xmlns:a16="http://schemas.microsoft.com/office/drawing/2014/main" val="3100914263"/>
                    </a:ext>
                  </a:extLst>
                </a:gridCol>
              </a:tblGrid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FIELD NAME</a:t>
                      </a:r>
                      <a:endParaRPr lang="en-ZA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DESCRIPTION</a:t>
                      </a:r>
                      <a:endParaRPr lang="en-ZA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3560475555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GID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Geometry Identifier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4059317979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EASE_TYPE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Easement Type (from look up </a:t>
                      </a:r>
                      <a:r>
                        <a:rPr lang="en-ZA" sz="1600" u="none" strike="noStrike" dirty="0" err="1">
                          <a:effectLst/>
                        </a:rPr>
                        <a:t>eg.</a:t>
                      </a:r>
                      <a:r>
                        <a:rPr lang="en-ZA" sz="1600" u="none" strike="noStrike" dirty="0">
                          <a:effectLst/>
                        </a:rPr>
                        <a:t> Electrical, Road, Sewer… etc.,)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3085490215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GEOM_AREA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Geometry Area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2494411309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1807985823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Longitude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291722148"/>
                  </a:ext>
                </a:extLst>
              </a:tr>
              <a:tr h="44019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TAG_Y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Latitude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1285398533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TAG_VALUE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 err="1">
                          <a:effectLst/>
                        </a:rPr>
                        <a:t>SG_Number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1034528095"/>
                  </a:ext>
                </a:extLst>
              </a:tr>
              <a:tr h="331738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DATE_STAMP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Modified Date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1409804948"/>
                  </a:ext>
                </a:extLst>
              </a:tr>
              <a:tr h="331738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CISRefNumber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Reference Number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 anchor="ctr"/>
                </a:tc>
                <a:extLst>
                  <a:ext uri="{0D108BD9-81ED-4DB2-BD59-A6C34878D82A}">
                    <a16:rowId xmlns:a16="http://schemas.microsoft.com/office/drawing/2014/main" val="3705232640"/>
                  </a:ext>
                </a:extLst>
              </a:tr>
              <a:tr h="677935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u="none" strike="noStrike" dirty="0">
                          <a:effectLst/>
                        </a:rPr>
                        <a:t>Layer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u="none" strike="noStrike" dirty="0">
                          <a:effectLst/>
                        </a:rPr>
                        <a:t>Established Boundary\International  Boundary\Servitude Line\Lease Area\Mineral Rights\Servitude Area\Street Name Text\Allotment Township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6" marR="5696" marT="5696" marB="0" anchor="b"/>
                </a:tc>
                <a:extLst>
                  <a:ext uri="{0D108BD9-81ED-4DB2-BD59-A6C34878D82A}">
                    <a16:rowId xmlns:a16="http://schemas.microsoft.com/office/drawing/2014/main" val="468574611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LSTATUS</a:t>
                      </a:r>
                    </a:p>
                  </a:txBody>
                  <a:tcPr marL="5696" marR="5696" marT="5696" marB="0"/>
                </a:tc>
                <a:tc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6" marR="5696" marT="5696" marB="0" anchor="b"/>
                </a:tc>
                <a:extLst>
                  <a:ext uri="{0D108BD9-81ED-4DB2-BD59-A6C34878D82A}">
                    <a16:rowId xmlns:a16="http://schemas.microsoft.com/office/drawing/2014/main" val="3528849952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WSTATUS</a:t>
                      </a:r>
                    </a:p>
                  </a:txBody>
                  <a:tcPr marL="5696" marR="5696" marT="5696" marB="0"/>
                </a:tc>
                <a:tc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6" marR="5696" marT="5696" marB="0" anchor="b"/>
                </a:tc>
                <a:extLst>
                  <a:ext uri="{0D108BD9-81ED-4DB2-BD59-A6C34878D82A}">
                    <a16:rowId xmlns:a16="http://schemas.microsoft.com/office/drawing/2014/main" val="3637020918"/>
                  </a:ext>
                </a:extLst>
              </a:tr>
              <a:tr h="228226">
                <a:tc>
                  <a:txBody>
                    <a:bodyPr/>
                    <a:lstStyle/>
                    <a:p>
                      <a:pPr algn="l" fontAlgn="t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CREATINGDEEDNO</a:t>
                      </a:r>
                    </a:p>
                  </a:txBody>
                  <a:tcPr marL="5696" marR="5696" marT="5696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Creating Deed Number</a:t>
                      </a:r>
                    </a:p>
                  </a:txBody>
                  <a:tcPr marL="5696" marR="5696" marT="5696" marB="0" anchor="b"/>
                </a:tc>
                <a:extLst>
                  <a:ext uri="{0D108BD9-81ED-4DB2-BD59-A6C34878D82A}">
                    <a16:rowId xmlns:a16="http://schemas.microsoft.com/office/drawing/2014/main" val="2220985047"/>
                  </a:ext>
                </a:extLst>
              </a:tr>
              <a:tr h="677935">
                <a:tc>
                  <a:txBody>
                    <a:bodyPr/>
                    <a:lstStyle/>
                    <a:p>
                      <a:pPr algn="l" fontAlgn="t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6" marR="5696" marT="5696" marB="0"/>
                </a:tc>
                <a:tc>
                  <a:txBody>
                    <a:bodyPr/>
                    <a:lstStyle/>
                    <a:p>
                      <a:pPr algn="l" fontAlgn="b"/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6" marR="5696" marT="5696" marB="0" anchor="b"/>
                </a:tc>
                <a:extLst>
                  <a:ext uri="{0D108BD9-81ED-4DB2-BD59-A6C34878D82A}">
                    <a16:rowId xmlns:a16="http://schemas.microsoft.com/office/drawing/2014/main" val="883204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651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6E47-E97F-481A-82B7-08FFD14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| GISBEACON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AEE0DD-3444-4909-B792-BF2BC64D80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69208"/>
              </p:ext>
            </p:extLst>
          </p:nvPr>
        </p:nvGraphicFramePr>
        <p:xfrm>
          <a:off x="838200" y="1055688"/>
          <a:ext cx="10953947" cy="423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40413">
                  <a:extLst>
                    <a:ext uri="{9D8B030D-6E8A-4147-A177-3AD203B41FA5}">
                      <a16:colId xmlns:a16="http://schemas.microsoft.com/office/drawing/2014/main" val="1615004629"/>
                    </a:ext>
                  </a:extLst>
                </a:gridCol>
                <a:gridCol w="5413534">
                  <a:extLst>
                    <a:ext uri="{9D8B030D-6E8A-4147-A177-3AD203B41FA5}">
                      <a16:colId xmlns:a16="http://schemas.microsoft.com/office/drawing/2014/main" val="1662408329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FIELD NAME</a:t>
                      </a:r>
                      <a:endParaRPr lang="en-ZA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DESCRIPTION</a:t>
                      </a:r>
                      <a:endParaRPr lang="en-ZA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1201814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GID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Geometry Identifier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1436244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Comments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2829376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Longitude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033123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TAG_Y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Latitude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293191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TAG_VALUE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Survey </a:t>
                      </a:r>
                      <a:r>
                        <a:rPr lang="en-Z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Record Number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2035157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BEACON_TYPE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Beacon Type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6778787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DATE STAMP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Modified Date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646060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DEGREE_SQUARE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Degree_Square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1260289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HEIGHT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>
                          <a:effectLst/>
                        </a:rPr>
                        <a:t>Height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756131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 err="1">
                          <a:effectLst/>
                        </a:rPr>
                        <a:t>CISRefNumber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ZA" sz="1600" u="none" strike="noStrike" dirty="0">
                          <a:effectLst/>
                        </a:rPr>
                        <a:t>Reference Number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28942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406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ULTISLIDES">
      <a:dk1>
        <a:srgbClr val="262626"/>
      </a:dk1>
      <a:lt1>
        <a:sysClr val="window" lastClr="FFFFFF"/>
      </a:lt1>
      <a:dk2>
        <a:srgbClr val="262626"/>
      </a:dk2>
      <a:lt2>
        <a:srgbClr val="FFFFFF"/>
      </a:lt2>
      <a:accent1>
        <a:srgbClr val="ED5564"/>
      </a:accent1>
      <a:accent2>
        <a:srgbClr val="FB6E52"/>
      </a:accent2>
      <a:accent3>
        <a:srgbClr val="FFCE55"/>
      </a:accent3>
      <a:accent4>
        <a:srgbClr val="A0D468"/>
      </a:accent4>
      <a:accent5>
        <a:srgbClr val="48CFAE"/>
      </a:accent5>
      <a:accent6>
        <a:srgbClr val="4FC0E8"/>
      </a:accent6>
      <a:hlink>
        <a:srgbClr val="0563C1"/>
      </a:hlink>
      <a:folHlink>
        <a:srgbClr val="954F72"/>
      </a:folHlink>
    </a:clrScheme>
    <a:fontScheme name="MULTISLIDES">
      <a:majorFont>
        <a:latin typeface="Code 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5243</TotalTime>
  <Words>893</Words>
  <Application>Microsoft Office PowerPoint</Application>
  <PresentationFormat>Widescreen</PresentationFormat>
  <Paragraphs>360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Code Bold</vt:lpstr>
      <vt:lpstr>Open Sans</vt:lpstr>
      <vt:lpstr>Office Theme</vt:lpstr>
      <vt:lpstr>PowerPoint Presentation</vt:lpstr>
      <vt:lpstr>Refreshing Spatial concepts</vt:lpstr>
      <vt:lpstr>spatial | Business processes</vt:lpstr>
      <vt:lpstr>Type of documents</vt:lpstr>
      <vt:lpstr>ENTITIES</vt:lpstr>
      <vt:lpstr>layers</vt:lpstr>
      <vt:lpstr>Entities – current vs proposed | parcel</vt:lpstr>
      <vt:lpstr>transacton</vt:lpstr>
      <vt:lpstr>Entities – current vs proposed | others</vt:lpstr>
      <vt:lpstr>Attributes | gispARCEL</vt:lpstr>
      <vt:lpstr>ATTRIBUTES | GISBOUNDARY</vt:lpstr>
      <vt:lpstr>ATTRIBUTES | GISEASEMENT</vt:lpstr>
      <vt:lpstr>ATTRIBUTES | GISBEACON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Dracarys</dc:creator>
  <cp:lastModifiedBy>Rajesh Nooka</cp:lastModifiedBy>
  <cp:revision>459</cp:revision>
  <cp:lastPrinted>2018-10-14T10:35:48Z</cp:lastPrinted>
  <dcterms:created xsi:type="dcterms:W3CDTF">2018-01-26T06:42:11Z</dcterms:created>
  <dcterms:modified xsi:type="dcterms:W3CDTF">2018-10-17T10:10:30Z</dcterms:modified>
</cp:coreProperties>
</file>