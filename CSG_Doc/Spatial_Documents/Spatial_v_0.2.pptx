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348" r:id="rId2"/>
    <p:sldId id="367" r:id="rId3"/>
    <p:sldId id="366" r:id="rId4"/>
    <p:sldId id="368" r:id="rId5"/>
    <p:sldId id="369" r:id="rId6"/>
    <p:sldId id="370" r:id="rId7"/>
    <p:sldId id="378" r:id="rId8"/>
    <p:sldId id="379" r:id="rId9"/>
    <p:sldId id="371" r:id="rId10"/>
    <p:sldId id="372" r:id="rId11"/>
    <p:sldId id="373" r:id="rId12"/>
    <p:sldId id="374" r:id="rId13"/>
    <p:sldId id="375" r:id="rId14"/>
    <p:sldId id="383" r:id="rId15"/>
    <p:sldId id="385" r:id="rId16"/>
    <p:sldId id="376" r:id="rId17"/>
    <p:sldId id="380" r:id="rId18"/>
    <p:sldId id="382" r:id="rId19"/>
    <p:sldId id="384" r:id="rId20"/>
    <p:sldId id="381" r:id="rId21"/>
    <p:sldId id="377" r:id="rId22"/>
  </p:sldIdLst>
  <p:sldSz cx="12192000" cy="6858000"/>
  <p:notesSz cx="6889750" cy="100218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288" userDrawn="1">
          <p15:clr>
            <a:srgbClr val="A4A3A4"/>
          </p15:clr>
        </p15:guide>
        <p15:guide id="4" orient="horz" pos="288" userDrawn="1">
          <p15:clr>
            <a:srgbClr val="A4A3A4"/>
          </p15:clr>
        </p15:guide>
        <p15:guide id="5" orient="horz" pos="4032" userDrawn="1">
          <p15:clr>
            <a:srgbClr val="A4A3A4"/>
          </p15:clr>
        </p15:guide>
        <p15:guide id="6" pos="739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esh Nooka" initials="RN" lastIdx="1" clrIdx="0">
    <p:extLst>
      <p:ext uri="{19B8F6BF-5375-455C-9EA6-DF929625EA0E}">
        <p15:presenceInfo xmlns:p15="http://schemas.microsoft.com/office/powerpoint/2012/main" userId="S-1-5-21-484763869-1364589140-1417001333-53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D27766"/>
    <a:srgbClr val="C93D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38" autoAdjust="0"/>
    <p:restoredTop sz="94660"/>
  </p:normalViewPr>
  <p:slideViewPr>
    <p:cSldViewPr snapToGrid="0">
      <p:cViewPr varScale="1">
        <p:scale>
          <a:sx n="68" d="100"/>
          <a:sy n="68" d="100"/>
        </p:scale>
        <p:origin x="756" y="52"/>
      </p:cViewPr>
      <p:guideLst>
        <p:guide orient="horz" pos="2160"/>
        <p:guide pos="3840"/>
        <p:guide pos="288"/>
        <p:guide orient="horz" pos="288"/>
        <p:guide orient="horz" pos="4032"/>
        <p:guide pos="7392"/>
      </p:guideLst>
    </p:cSldViewPr>
  </p:slideViewPr>
  <p:notesTextViewPr>
    <p:cViewPr>
      <p:scale>
        <a:sx n="3" d="2"/>
        <a:sy n="3" d="2"/>
      </p:scale>
      <p:origin x="0" y="0"/>
    </p:cViewPr>
  </p:notesTextViewPr>
  <p:sorterViewPr>
    <p:cViewPr varScale="1">
      <p:scale>
        <a:sx n="1" d="1"/>
        <a:sy n="1" d="1"/>
      </p:scale>
      <p:origin x="0" y="-32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4433A8-58F4-4FC4-B0EF-2A0B9229C137}" type="doc">
      <dgm:prSet loTypeId="urn:microsoft.com/office/officeart/2005/8/layout/hierarchy3" loCatId="list" qsTypeId="urn:microsoft.com/office/officeart/2005/8/quickstyle/simple1" qsCatId="simple" csTypeId="urn:microsoft.com/office/officeart/2005/8/colors/colorful1" csCatId="colorful" phldr="1"/>
      <dgm:spPr/>
      <dgm:t>
        <a:bodyPr/>
        <a:lstStyle/>
        <a:p>
          <a:endParaRPr lang="en-US"/>
        </a:p>
      </dgm:t>
    </dgm:pt>
    <dgm:pt modelId="{962235ED-A557-46B0-943A-F2E2798D8857}">
      <dgm:prSet phldrT="[Text]"/>
      <dgm:spPr/>
      <dgm:t>
        <a:bodyPr/>
        <a:lstStyle/>
        <a:p>
          <a:r>
            <a:rPr lang="en-US" dirty="0"/>
            <a:t>Management</a:t>
          </a:r>
        </a:p>
      </dgm:t>
    </dgm:pt>
    <dgm:pt modelId="{F6ECA640-0665-4F37-9F60-0CF9BF8EA4FE}" type="parTrans" cxnId="{EDE8C22C-E1D6-4780-86D2-EC0FC3D42502}">
      <dgm:prSet/>
      <dgm:spPr/>
      <dgm:t>
        <a:bodyPr/>
        <a:lstStyle/>
        <a:p>
          <a:endParaRPr lang="en-US"/>
        </a:p>
      </dgm:t>
    </dgm:pt>
    <dgm:pt modelId="{9165B17D-420E-4562-94B7-C8B3131AEDD8}" type="sibTrans" cxnId="{EDE8C22C-E1D6-4780-86D2-EC0FC3D42502}">
      <dgm:prSet/>
      <dgm:spPr/>
      <dgm:t>
        <a:bodyPr/>
        <a:lstStyle/>
        <a:p>
          <a:endParaRPr lang="en-US"/>
        </a:p>
      </dgm:t>
    </dgm:pt>
    <dgm:pt modelId="{A400B8B4-C455-4F4F-A98A-8771178A71E9}">
      <dgm:prSet phldrT="[Text]"/>
      <dgm:spPr/>
      <dgm:t>
        <a:bodyPr/>
        <a:lstStyle/>
        <a:p>
          <a:r>
            <a:rPr lang="en-US" dirty="0"/>
            <a:t>Management and User Productivity Report</a:t>
          </a:r>
        </a:p>
      </dgm:t>
    </dgm:pt>
    <dgm:pt modelId="{66D44DD9-D439-484C-B85B-8C1EBA5ACE75}" type="parTrans" cxnId="{ADDEEDD4-34DD-4171-A639-E4563A236E1E}">
      <dgm:prSet/>
      <dgm:spPr/>
      <dgm:t>
        <a:bodyPr/>
        <a:lstStyle/>
        <a:p>
          <a:endParaRPr lang="en-US"/>
        </a:p>
      </dgm:t>
    </dgm:pt>
    <dgm:pt modelId="{E38F0A53-583A-4022-A8FC-1492AC66DB00}" type="sibTrans" cxnId="{ADDEEDD4-34DD-4171-A639-E4563A236E1E}">
      <dgm:prSet/>
      <dgm:spPr/>
      <dgm:t>
        <a:bodyPr/>
        <a:lstStyle/>
        <a:p>
          <a:endParaRPr lang="en-US"/>
        </a:p>
      </dgm:t>
    </dgm:pt>
    <dgm:pt modelId="{4088DE1E-45C3-45A0-AEA8-BAFCD268CBC8}">
      <dgm:prSet phldrT="[Text]"/>
      <dgm:spPr/>
      <dgm:t>
        <a:bodyPr/>
        <a:lstStyle/>
        <a:p>
          <a:r>
            <a:rPr lang="en-US" dirty="0"/>
            <a:t>Registry</a:t>
          </a:r>
        </a:p>
      </dgm:t>
    </dgm:pt>
    <dgm:pt modelId="{842ECD3F-7024-4595-889C-42CC73BD34C5}" type="parTrans" cxnId="{B39FF56D-4D9C-4DDC-8695-B110A380147B}">
      <dgm:prSet/>
      <dgm:spPr/>
      <dgm:t>
        <a:bodyPr/>
        <a:lstStyle/>
        <a:p>
          <a:endParaRPr lang="en-US"/>
        </a:p>
      </dgm:t>
    </dgm:pt>
    <dgm:pt modelId="{6489F96F-88DD-42FE-849C-83F17675644A}" type="sibTrans" cxnId="{B39FF56D-4D9C-4DDC-8695-B110A380147B}">
      <dgm:prSet/>
      <dgm:spPr/>
      <dgm:t>
        <a:bodyPr/>
        <a:lstStyle/>
        <a:p>
          <a:endParaRPr lang="en-US"/>
        </a:p>
      </dgm:t>
    </dgm:pt>
    <dgm:pt modelId="{0CA8EC8A-9ACD-440F-8E9A-8D39287C8968}">
      <dgm:prSet phldrT="[Text]"/>
      <dgm:spPr/>
      <dgm:t>
        <a:bodyPr/>
        <a:lstStyle/>
        <a:p>
          <a:r>
            <a:rPr lang="en-US" dirty="0"/>
            <a:t>Capture Lodgment</a:t>
          </a:r>
        </a:p>
      </dgm:t>
    </dgm:pt>
    <dgm:pt modelId="{D4EF31BF-64ED-4E0C-8400-2A21B6729322}" type="parTrans" cxnId="{2611B4C1-C784-48CD-951E-E35A9CF965CE}">
      <dgm:prSet/>
      <dgm:spPr/>
      <dgm:t>
        <a:bodyPr/>
        <a:lstStyle/>
        <a:p>
          <a:endParaRPr lang="en-US"/>
        </a:p>
      </dgm:t>
    </dgm:pt>
    <dgm:pt modelId="{9CDD85AE-C8C0-412B-95BF-4FE7D886169C}" type="sibTrans" cxnId="{2611B4C1-C784-48CD-951E-E35A9CF965CE}">
      <dgm:prSet/>
      <dgm:spPr/>
      <dgm:t>
        <a:bodyPr/>
        <a:lstStyle/>
        <a:p>
          <a:endParaRPr lang="en-US"/>
        </a:p>
      </dgm:t>
    </dgm:pt>
    <dgm:pt modelId="{2E7C4AF5-DD42-4CF2-BDD7-1BEC9B5A3476}">
      <dgm:prSet phldrT="[Text]"/>
      <dgm:spPr/>
      <dgm:t>
        <a:bodyPr/>
        <a:lstStyle/>
        <a:p>
          <a:r>
            <a:rPr lang="en-US" dirty="0"/>
            <a:t>Capture Payment</a:t>
          </a:r>
        </a:p>
      </dgm:t>
    </dgm:pt>
    <dgm:pt modelId="{00BDA92F-B604-4A76-BF1B-A5FCF6482100}" type="parTrans" cxnId="{EFA4E4AA-FF55-4FEE-910C-A5478D6EC3A1}">
      <dgm:prSet/>
      <dgm:spPr/>
      <dgm:t>
        <a:bodyPr/>
        <a:lstStyle/>
        <a:p>
          <a:endParaRPr lang="en-US"/>
        </a:p>
      </dgm:t>
    </dgm:pt>
    <dgm:pt modelId="{92DF52C5-91A9-46C9-8C3E-98CD48340ACC}" type="sibTrans" cxnId="{EFA4E4AA-FF55-4FEE-910C-A5478D6EC3A1}">
      <dgm:prSet/>
      <dgm:spPr/>
      <dgm:t>
        <a:bodyPr/>
        <a:lstStyle/>
        <a:p>
          <a:endParaRPr lang="en-US"/>
        </a:p>
      </dgm:t>
    </dgm:pt>
    <dgm:pt modelId="{D77E1082-4309-451D-9FBC-AF1A46C6D748}">
      <dgm:prSet phldrT="[Text]"/>
      <dgm:spPr/>
      <dgm:t>
        <a:bodyPr/>
        <a:lstStyle/>
        <a:p>
          <a:r>
            <a:rPr lang="en-US" dirty="0"/>
            <a:t>Send Notifications on Lodgment  </a:t>
          </a:r>
        </a:p>
      </dgm:t>
    </dgm:pt>
    <dgm:pt modelId="{DFCC4BFF-465A-4E26-8727-18641F9FC1A1}" type="parTrans" cxnId="{C10F8773-40C1-4862-AECA-67C2701CE627}">
      <dgm:prSet/>
      <dgm:spPr/>
      <dgm:t>
        <a:bodyPr/>
        <a:lstStyle/>
        <a:p>
          <a:endParaRPr lang="en-US"/>
        </a:p>
      </dgm:t>
    </dgm:pt>
    <dgm:pt modelId="{E944D453-4463-409F-BE7C-A7647560D964}" type="sibTrans" cxnId="{C10F8773-40C1-4862-AECA-67C2701CE627}">
      <dgm:prSet/>
      <dgm:spPr/>
      <dgm:t>
        <a:bodyPr/>
        <a:lstStyle/>
        <a:p>
          <a:endParaRPr lang="en-US"/>
        </a:p>
      </dgm:t>
    </dgm:pt>
    <dgm:pt modelId="{EF7EA87B-B5FC-4C84-A1CF-89483AAE9A83}">
      <dgm:prSet phldrT="[Text]"/>
      <dgm:spPr/>
      <dgm:t>
        <a:bodyPr/>
        <a:lstStyle/>
        <a:p>
          <a:r>
            <a:rPr lang="en-US" dirty="0"/>
            <a:t>Dispatch</a:t>
          </a:r>
        </a:p>
      </dgm:t>
    </dgm:pt>
    <dgm:pt modelId="{7BF93BD8-579A-4C20-9168-548D4AC03C0C}" type="parTrans" cxnId="{1F6BB4BE-ECCF-47C7-80C9-8D5D7FCAA38C}">
      <dgm:prSet/>
      <dgm:spPr/>
      <dgm:t>
        <a:bodyPr/>
        <a:lstStyle/>
        <a:p>
          <a:endParaRPr lang="en-US"/>
        </a:p>
      </dgm:t>
    </dgm:pt>
    <dgm:pt modelId="{8913CA7C-8B7D-45C9-AC8A-C6497ECE54FD}" type="sibTrans" cxnId="{1F6BB4BE-ECCF-47C7-80C9-8D5D7FCAA38C}">
      <dgm:prSet/>
      <dgm:spPr/>
      <dgm:t>
        <a:bodyPr/>
        <a:lstStyle/>
        <a:p>
          <a:endParaRPr lang="en-US"/>
        </a:p>
      </dgm:t>
    </dgm:pt>
    <dgm:pt modelId="{167409C3-40E8-4C2B-B6C1-0F16A2D51B85}">
      <dgm:prSet phldrT="[Text]"/>
      <dgm:spPr/>
      <dgm:t>
        <a:bodyPr/>
        <a:lstStyle/>
        <a:p>
          <a:r>
            <a:rPr lang="en-US" dirty="0"/>
            <a:t>Numbering</a:t>
          </a:r>
        </a:p>
      </dgm:t>
    </dgm:pt>
    <dgm:pt modelId="{DE70348C-10CC-4BE8-9E7E-98FA6B0AD388}" type="parTrans" cxnId="{A0ECE331-1972-44F7-AAC8-A69FFA8EE1DD}">
      <dgm:prSet/>
      <dgm:spPr/>
      <dgm:t>
        <a:bodyPr/>
        <a:lstStyle/>
        <a:p>
          <a:endParaRPr lang="en-US"/>
        </a:p>
      </dgm:t>
    </dgm:pt>
    <dgm:pt modelId="{3828473F-D286-4FE6-953F-A686B1FBCC59}" type="sibTrans" cxnId="{A0ECE331-1972-44F7-AAC8-A69FFA8EE1DD}">
      <dgm:prSet/>
      <dgm:spPr/>
      <dgm:t>
        <a:bodyPr/>
        <a:lstStyle/>
        <a:p>
          <a:endParaRPr lang="en-US"/>
        </a:p>
      </dgm:t>
    </dgm:pt>
    <dgm:pt modelId="{827F6A0E-B5B0-4B1C-99D3-B95AB9F2DF57}">
      <dgm:prSet phldrT="[Text]"/>
      <dgm:spPr/>
      <dgm:t>
        <a:bodyPr/>
        <a:lstStyle/>
        <a:p>
          <a:r>
            <a:rPr lang="en-US" dirty="0"/>
            <a:t>Reserve Parcel</a:t>
          </a:r>
        </a:p>
      </dgm:t>
    </dgm:pt>
    <dgm:pt modelId="{A9E0BE80-980C-4D96-AC98-6EEA4A025ECE}" type="parTrans" cxnId="{5444C17C-0D3A-45B5-AAA7-308047B24DAA}">
      <dgm:prSet/>
      <dgm:spPr/>
      <dgm:t>
        <a:bodyPr/>
        <a:lstStyle/>
        <a:p>
          <a:endParaRPr lang="en-US"/>
        </a:p>
      </dgm:t>
    </dgm:pt>
    <dgm:pt modelId="{CB8C31D7-68B9-4535-8FA9-D5A2935E4FF1}" type="sibTrans" cxnId="{5444C17C-0D3A-45B5-AAA7-308047B24DAA}">
      <dgm:prSet/>
      <dgm:spPr/>
      <dgm:t>
        <a:bodyPr/>
        <a:lstStyle/>
        <a:p>
          <a:endParaRPr lang="en-US"/>
        </a:p>
      </dgm:t>
    </dgm:pt>
    <dgm:pt modelId="{92E71353-96E4-44AF-980F-4CE637277307}">
      <dgm:prSet phldrT="[Text]"/>
      <dgm:spPr/>
      <dgm:t>
        <a:bodyPr/>
        <a:lstStyle/>
        <a:p>
          <a:r>
            <a:rPr lang="en-US" dirty="0"/>
            <a:t>First Level Examination</a:t>
          </a:r>
        </a:p>
      </dgm:t>
    </dgm:pt>
    <dgm:pt modelId="{7C46A523-1250-40DE-94E6-850C0607145C}" type="parTrans" cxnId="{9284798A-405B-4ED5-AC9C-4D3F0AB12038}">
      <dgm:prSet/>
      <dgm:spPr/>
      <dgm:t>
        <a:bodyPr/>
        <a:lstStyle/>
        <a:p>
          <a:endParaRPr lang="en-US"/>
        </a:p>
      </dgm:t>
    </dgm:pt>
    <dgm:pt modelId="{016A37FD-7687-45D9-9EE9-571AAD9451FE}" type="sibTrans" cxnId="{9284798A-405B-4ED5-AC9C-4D3F0AB12038}">
      <dgm:prSet/>
      <dgm:spPr/>
      <dgm:t>
        <a:bodyPr/>
        <a:lstStyle/>
        <a:p>
          <a:endParaRPr lang="en-US"/>
        </a:p>
      </dgm:t>
    </dgm:pt>
    <dgm:pt modelId="{C6F4026E-6FB7-4DE7-B9CA-B5A0E7899D00}">
      <dgm:prSet phldrT="[Text]"/>
      <dgm:spPr/>
      <dgm:t>
        <a:bodyPr/>
        <a:lstStyle/>
        <a:p>
          <a:r>
            <a:rPr lang="en-ZA" dirty="0"/>
            <a:t>Capture examination check results onto DB</a:t>
          </a:r>
          <a:endParaRPr lang="en-US" dirty="0"/>
        </a:p>
      </dgm:t>
    </dgm:pt>
    <dgm:pt modelId="{5BFFFFCA-B512-4FDA-ABC2-021A5189CC25}" type="parTrans" cxnId="{D8E1538D-F445-4E90-84A8-7548712D50C6}">
      <dgm:prSet/>
      <dgm:spPr/>
      <dgm:t>
        <a:bodyPr/>
        <a:lstStyle/>
        <a:p>
          <a:endParaRPr lang="en-US"/>
        </a:p>
      </dgm:t>
    </dgm:pt>
    <dgm:pt modelId="{FB3C2DF5-B078-4DF0-B377-5DF1557E8940}" type="sibTrans" cxnId="{D8E1538D-F445-4E90-84A8-7548712D50C6}">
      <dgm:prSet/>
      <dgm:spPr/>
      <dgm:t>
        <a:bodyPr/>
        <a:lstStyle/>
        <a:p>
          <a:endParaRPr lang="en-US"/>
        </a:p>
      </dgm:t>
    </dgm:pt>
    <dgm:pt modelId="{F4A497A2-F333-4A60-B210-415BFBD654D3}">
      <dgm:prSet phldrT="[Text]"/>
      <dgm:spPr/>
      <dgm:t>
        <a:bodyPr/>
        <a:lstStyle/>
        <a:p>
          <a:r>
            <a:rPr lang="en-US" dirty="0"/>
            <a:t>Queried Information rendered</a:t>
          </a:r>
        </a:p>
      </dgm:t>
    </dgm:pt>
    <dgm:pt modelId="{128FA247-749E-406D-BD50-4D2FFB2A284D}" type="parTrans" cxnId="{A578A620-4EEE-4E16-B074-A3AB60419856}">
      <dgm:prSet/>
      <dgm:spPr/>
      <dgm:t>
        <a:bodyPr/>
        <a:lstStyle/>
        <a:p>
          <a:endParaRPr lang="en-US"/>
        </a:p>
      </dgm:t>
    </dgm:pt>
    <dgm:pt modelId="{A803D342-24DE-4D74-85A1-AABF73C2CD15}" type="sibTrans" cxnId="{A578A620-4EEE-4E16-B074-A3AB60419856}">
      <dgm:prSet/>
      <dgm:spPr/>
      <dgm:t>
        <a:bodyPr/>
        <a:lstStyle/>
        <a:p>
          <a:endParaRPr lang="en-US"/>
        </a:p>
      </dgm:t>
    </dgm:pt>
    <dgm:pt modelId="{4D970B22-E596-47C4-8F3B-45799FDAE79E}">
      <dgm:prSet phldrT="[Text]"/>
      <dgm:spPr/>
      <dgm:t>
        <a:bodyPr/>
        <a:lstStyle/>
        <a:p>
          <a:r>
            <a:rPr lang="en-US" dirty="0"/>
            <a:t>Produce </a:t>
          </a:r>
          <a:r>
            <a:rPr lang="en-ZA" dirty="0"/>
            <a:t>Advisory Notes/ comments</a:t>
          </a:r>
          <a:endParaRPr lang="en-US" dirty="0"/>
        </a:p>
      </dgm:t>
    </dgm:pt>
    <dgm:pt modelId="{A79EF838-0383-4E9B-A1A5-F52E2ED78DF0}" type="parTrans" cxnId="{0F3D0A16-865C-4CD0-98BB-A209C4DEC93B}">
      <dgm:prSet/>
      <dgm:spPr/>
      <dgm:t>
        <a:bodyPr/>
        <a:lstStyle/>
        <a:p>
          <a:endParaRPr lang="en-US"/>
        </a:p>
      </dgm:t>
    </dgm:pt>
    <dgm:pt modelId="{7EC0E96C-DA8C-448E-8169-FC449204180D}" type="sibTrans" cxnId="{0F3D0A16-865C-4CD0-98BB-A209C4DEC93B}">
      <dgm:prSet/>
      <dgm:spPr/>
      <dgm:t>
        <a:bodyPr/>
        <a:lstStyle/>
        <a:p>
          <a:endParaRPr lang="en-US"/>
        </a:p>
      </dgm:t>
    </dgm:pt>
    <dgm:pt modelId="{1988B74C-AEAD-4087-AC38-58D573FE307C}">
      <dgm:prSet phldrT="[Text]"/>
      <dgm:spPr/>
      <dgm:t>
        <a:bodyPr/>
        <a:lstStyle/>
        <a:p>
          <a:r>
            <a:rPr lang="en-US" dirty="0"/>
            <a:t>Second Level Examination</a:t>
          </a:r>
        </a:p>
      </dgm:t>
    </dgm:pt>
    <dgm:pt modelId="{094A9A3B-E82A-415D-83A3-4379A15C79CC}" type="parTrans" cxnId="{87F602BD-7A5A-4B9D-A98D-8506796C9380}">
      <dgm:prSet/>
      <dgm:spPr/>
      <dgm:t>
        <a:bodyPr/>
        <a:lstStyle/>
        <a:p>
          <a:endParaRPr lang="en-US"/>
        </a:p>
      </dgm:t>
    </dgm:pt>
    <dgm:pt modelId="{5D11101E-3AFE-4324-85BD-179EFE4C39EE}" type="sibTrans" cxnId="{87F602BD-7A5A-4B9D-A98D-8506796C9380}">
      <dgm:prSet/>
      <dgm:spPr/>
      <dgm:t>
        <a:bodyPr/>
        <a:lstStyle/>
        <a:p>
          <a:endParaRPr lang="en-US"/>
        </a:p>
      </dgm:t>
    </dgm:pt>
    <dgm:pt modelId="{66BC1D5D-7582-4A99-9A46-9DF9E6B4A032}">
      <dgm:prSet phldrT="[Text]"/>
      <dgm:spPr/>
      <dgm:t>
        <a:bodyPr/>
        <a:lstStyle/>
        <a:p>
          <a:r>
            <a:rPr lang="en-US" dirty="0"/>
            <a:t>Queried information rendered</a:t>
          </a:r>
        </a:p>
      </dgm:t>
    </dgm:pt>
    <dgm:pt modelId="{BF3758E5-7F22-440B-AB6D-75737F640816}" type="parTrans" cxnId="{E09C903F-AF21-47DE-845B-104F9885AE09}">
      <dgm:prSet/>
      <dgm:spPr/>
      <dgm:t>
        <a:bodyPr/>
        <a:lstStyle/>
        <a:p>
          <a:endParaRPr lang="en-US"/>
        </a:p>
      </dgm:t>
    </dgm:pt>
    <dgm:pt modelId="{DB11911E-5F4F-41F2-80B7-46B1BBDE71E8}" type="sibTrans" cxnId="{E09C903F-AF21-47DE-845B-104F9885AE09}">
      <dgm:prSet/>
      <dgm:spPr/>
      <dgm:t>
        <a:bodyPr/>
        <a:lstStyle/>
        <a:p>
          <a:endParaRPr lang="en-US"/>
        </a:p>
      </dgm:t>
    </dgm:pt>
    <dgm:pt modelId="{C8650B5B-4041-421B-BEE6-1CDC35202EEA}">
      <dgm:prSet phldrT="[Text]"/>
      <dgm:spPr/>
      <dgm:t>
        <a:bodyPr/>
        <a:lstStyle/>
        <a:p>
          <a:r>
            <a:rPr lang="en-US" dirty="0"/>
            <a:t>Capture Legislative compliance check result</a:t>
          </a:r>
        </a:p>
      </dgm:t>
    </dgm:pt>
    <dgm:pt modelId="{4D4A41C8-6F30-468F-93D3-43A971CB9137}" type="parTrans" cxnId="{DE3CFF51-CD44-4617-98BF-0CFF80850FC9}">
      <dgm:prSet/>
      <dgm:spPr/>
      <dgm:t>
        <a:bodyPr/>
        <a:lstStyle/>
        <a:p>
          <a:endParaRPr lang="en-US"/>
        </a:p>
      </dgm:t>
    </dgm:pt>
    <dgm:pt modelId="{27710B07-0D38-4464-8862-8FABCCF83E1E}" type="sibTrans" cxnId="{DE3CFF51-CD44-4617-98BF-0CFF80850FC9}">
      <dgm:prSet/>
      <dgm:spPr/>
      <dgm:t>
        <a:bodyPr/>
        <a:lstStyle/>
        <a:p>
          <a:endParaRPr lang="en-US"/>
        </a:p>
      </dgm:t>
    </dgm:pt>
    <dgm:pt modelId="{86F2707B-055B-4DF1-A0F3-6AFBFA15899A}">
      <dgm:prSet phldrT="[Text]"/>
      <dgm:spPr/>
      <dgm:t>
        <a:bodyPr/>
        <a:lstStyle/>
        <a:p>
          <a:r>
            <a:rPr lang="en-US" dirty="0"/>
            <a:t>Maintenance</a:t>
          </a:r>
        </a:p>
      </dgm:t>
    </dgm:pt>
    <dgm:pt modelId="{C4A70080-8AAD-45BE-85B0-CE42738E13E0}" type="parTrans" cxnId="{56BD2BC7-BE33-4B7B-B0F9-473AE9F14876}">
      <dgm:prSet/>
      <dgm:spPr/>
      <dgm:t>
        <a:bodyPr/>
        <a:lstStyle/>
        <a:p>
          <a:endParaRPr lang="en-US"/>
        </a:p>
      </dgm:t>
    </dgm:pt>
    <dgm:pt modelId="{A8F10F45-4334-42C0-ADD8-87FA93267502}" type="sibTrans" cxnId="{56BD2BC7-BE33-4B7B-B0F9-473AE9F14876}">
      <dgm:prSet/>
      <dgm:spPr/>
      <dgm:t>
        <a:bodyPr/>
        <a:lstStyle/>
        <a:p>
          <a:endParaRPr lang="en-US"/>
        </a:p>
      </dgm:t>
    </dgm:pt>
    <dgm:pt modelId="{0F354201-0C1A-4A4A-8F42-915923582DAB}">
      <dgm:prSet phldrT="[Text]"/>
      <dgm:spPr/>
      <dgm:t>
        <a:bodyPr/>
        <a:lstStyle/>
        <a:p>
          <a:r>
            <a:rPr lang="en-US" dirty="0"/>
            <a:t>Perform Endorsements</a:t>
          </a:r>
        </a:p>
      </dgm:t>
    </dgm:pt>
    <dgm:pt modelId="{530F83DD-0055-4096-B803-E7EA4E58B512}" type="parTrans" cxnId="{CD3DC3E3-9FA4-42A4-AD1E-F1B5264960E9}">
      <dgm:prSet/>
      <dgm:spPr/>
      <dgm:t>
        <a:bodyPr/>
        <a:lstStyle/>
        <a:p>
          <a:endParaRPr lang="en-US"/>
        </a:p>
      </dgm:t>
    </dgm:pt>
    <dgm:pt modelId="{E9FE73FF-F2EE-4958-BB92-3B31CEBE1B9A}" type="sibTrans" cxnId="{CD3DC3E3-9FA4-42A4-AD1E-F1B5264960E9}">
      <dgm:prSet/>
      <dgm:spPr/>
      <dgm:t>
        <a:bodyPr/>
        <a:lstStyle/>
        <a:p>
          <a:endParaRPr lang="en-US"/>
        </a:p>
      </dgm:t>
    </dgm:pt>
    <dgm:pt modelId="{C4CB8716-1FAD-4DBD-8102-C01E013601A0}">
      <dgm:prSet phldrT="[Text]"/>
      <dgm:spPr/>
      <dgm:t>
        <a:bodyPr/>
        <a:lstStyle/>
        <a:p>
          <a:r>
            <a:rPr lang="en-US" dirty="0"/>
            <a:t>Request Information  issued</a:t>
          </a:r>
        </a:p>
      </dgm:t>
    </dgm:pt>
    <dgm:pt modelId="{FC541FC5-355D-4B1C-8D3A-304D43ED9E0E}" type="parTrans" cxnId="{79BC4EA8-9D57-4ECA-AD3F-F96A502F30B0}">
      <dgm:prSet/>
      <dgm:spPr/>
      <dgm:t>
        <a:bodyPr/>
        <a:lstStyle/>
        <a:p>
          <a:endParaRPr lang="en-US"/>
        </a:p>
      </dgm:t>
    </dgm:pt>
    <dgm:pt modelId="{5522A6DA-02AF-4AD4-B471-01FF7E7EE1F8}" type="sibTrans" cxnId="{79BC4EA8-9D57-4ECA-AD3F-F96A502F30B0}">
      <dgm:prSet/>
      <dgm:spPr/>
      <dgm:t>
        <a:bodyPr/>
        <a:lstStyle/>
        <a:p>
          <a:endParaRPr lang="en-US"/>
        </a:p>
      </dgm:t>
    </dgm:pt>
    <dgm:pt modelId="{3FEA3A37-4F82-44CD-AC53-B1636D674FCE}">
      <dgm:prSet phldrT="[Text]"/>
      <dgm:spPr/>
      <dgm:t>
        <a:bodyPr/>
        <a:lstStyle/>
        <a:p>
          <a:r>
            <a:rPr lang="en-US" dirty="0"/>
            <a:t>Invoice Issued</a:t>
          </a:r>
        </a:p>
      </dgm:t>
    </dgm:pt>
    <dgm:pt modelId="{551A1E1E-17FE-4CF5-BF8C-78CB6FB218E4}" type="parTrans" cxnId="{A80AEA8B-5A57-4FE1-8558-7C26EDAD6B7E}">
      <dgm:prSet/>
      <dgm:spPr/>
      <dgm:t>
        <a:bodyPr/>
        <a:lstStyle/>
        <a:p>
          <a:endParaRPr lang="en-US"/>
        </a:p>
      </dgm:t>
    </dgm:pt>
    <dgm:pt modelId="{A817EB80-3243-4694-A307-ED49AD6EF393}" type="sibTrans" cxnId="{A80AEA8B-5A57-4FE1-8558-7C26EDAD6B7E}">
      <dgm:prSet/>
      <dgm:spPr/>
      <dgm:t>
        <a:bodyPr/>
        <a:lstStyle/>
        <a:p>
          <a:endParaRPr lang="en-US"/>
        </a:p>
      </dgm:t>
    </dgm:pt>
    <dgm:pt modelId="{491C25B3-A576-40D1-9A09-831A156E4468}">
      <dgm:prSet phldrT="[Text]"/>
      <dgm:spPr/>
      <dgm:t>
        <a:bodyPr/>
        <a:lstStyle/>
        <a:p>
          <a:r>
            <a:rPr lang="en-US" dirty="0"/>
            <a:t>Queried Information rendered </a:t>
          </a:r>
        </a:p>
      </dgm:t>
    </dgm:pt>
    <dgm:pt modelId="{9D667549-DD22-463B-AC8F-2387452DDFAC}" type="parTrans" cxnId="{3EEE76C4-1579-4501-806A-85CCAA169C7D}">
      <dgm:prSet/>
      <dgm:spPr/>
      <dgm:t>
        <a:bodyPr/>
        <a:lstStyle/>
        <a:p>
          <a:endParaRPr lang="en-US"/>
        </a:p>
      </dgm:t>
    </dgm:pt>
    <dgm:pt modelId="{0628FC5B-F0AB-4E4E-BBC7-E6FD4467A08E}" type="sibTrans" cxnId="{3EEE76C4-1579-4501-806A-85CCAA169C7D}">
      <dgm:prSet/>
      <dgm:spPr/>
      <dgm:t>
        <a:bodyPr/>
        <a:lstStyle/>
        <a:p>
          <a:endParaRPr lang="en-US"/>
        </a:p>
      </dgm:t>
    </dgm:pt>
    <dgm:pt modelId="{0FCDE6A2-043C-4B2C-A416-39D2D3E26B00}">
      <dgm:prSet phldrT="[Text]"/>
      <dgm:spPr/>
      <dgm:t>
        <a:bodyPr/>
        <a:lstStyle/>
        <a:p>
          <a:r>
            <a:rPr lang="en-US" dirty="0"/>
            <a:t>Capture Client Information</a:t>
          </a:r>
        </a:p>
      </dgm:t>
    </dgm:pt>
    <dgm:pt modelId="{B8018A4C-FC18-418B-8B21-6217B4E03CC4}" type="parTrans" cxnId="{324FE8FD-5342-4664-8F75-91E7CC8FCD71}">
      <dgm:prSet/>
      <dgm:spPr/>
      <dgm:t>
        <a:bodyPr/>
        <a:lstStyle/>
        <a:p>
          <a:endParaRPr lang="en-US"/>
        </a:p>
      </dgm:t>
    </dgm:pt>
    <dgm:pt modelId="{16B1BBA8-3D69-44B6-992E-98BBD12E8AC9}" type="sibTrans" cxnId="{324FE8FD-5342-4664-8F75-91E7CC8FCD71}">
      <dgm:prSet/>
      <dgm:spPr/>
      <dgm:t>
        <a:bodyPr/>
        <a:lstStyle/>
        <a:p>
          <a:endParaRPr lang="en-US"/>
        </a:p>
      </dgm:t>
    </dgm:pt>
    <dgm:pt modelId="{60A271DF-662F-40A7-AAED-AFBFE39AFB58}">
      <dgm:prSet phldrT="[Text]"/>
      <dgm:spPr/>
      <dgm:t>
        <a:bodyPr/>
        <a:lstStyle/>
        <a:p>
          <a:r>
            <a:rPr lang="en-US" dirty="0"/>
            <a:t>Dockets produced</a:t>
          </a:r>
        </a:p>
      </dgm:t>
    </dgm:pt>
    <dgm:pt modelId="{837C3B5F-208E-4FEE-870F-33FA1F39A9D2}" type="sibTrans" cxnId="{6789B40F-DF87-4B32-B4B3-4F2BB657F8DF}">
      <dgm:prSet/>
      <dgm:spPr/>
      <dgm:t>
        <a:bodyPr/>
        <a:lstStyle/>
        <a:p>
          <a:endParaRPr lang="en-ZA"/>
        </a:p>
      </dgm:t>
    </dgm:pt>
    <dgm:pt modelId="{39B834A3-9E17-4BE3-ABDA-DDFFFF012F72}" type="parTrans" cxnId="{6789B40F-DF87-4B32-B4B3-4F2BB657F8DF}">
      <dgm:prSet/>
      <dgm:spPr/>
      <dgm:t>
        <a:bodyPr/>
        <a:lstStyle/>
        <a:p>
          <a:endParaRPr lang="en-ZA"/>
        </a:p>
      </dgm:t>
    </dgm:pt>
    <dgm:pt modelId="{8A789704-8202-4C89-9D0C-99F8231C3291}">
      <dgm:prSet phldrT="[Text]"/>
      <dgm:spPr/>
      <dgm:t>
        <a:bodyPr/>
        <a:lstStyle/>
        <a:p>
          <a:r>
            <a:rPr lang="en-US" dirty="0"/>
            <a:t>Email notification sent to Land Surveyor</a:t>
          </a:r>
        </a:p>
      </dgm:t>
    </dgm:pt>
    <dgm:pt modelId="{B47988E7-78F1-4102-86EF-0395C9241BDE}" type="parTrans" cxnId="{82872677-AFCE-4BE0-84C8-55FF35EAE233}">
      <dgm:prSet/>
      <dgm:spPr/>
      <dgm:t>
        <a:bodyPr/>
        <a:lstStyle/>
        <a:p>
          <a:endParaRPr lang="en-ZA"/>
        </a:p>
      </dgm:t>
    </dgm:pt>
    <dgm:pt modelId="{EBFB0AB5-B5B7-4912-AB25-08B692ADF998}" type="sibTrans" cxnId="{82872677-AFCE-4BE0-84C8-55FF35EAE233}">
      <dgm:prSet/>
      <dgm:spPr/>
      <dgm:t>
        <a:bodyPr/>
        <a:lstStyle/>
        <a:p>
          <a:endParaRPr lang="en-ZA"/>
        </a:p>
      </dgm:t>
    </dgm:pt>
    <dgm:pt modelId="{FCB0D21D-6FA2-4AC5-A990-00863461109B}">
      <dgm:prSet phldrT="[Text]"/>
      <dgm:spPr/>
      <dgm:t>
        <a:bodyPr/>
        <a:lstStyle/>
        <a:p>
          <a:r>
            <a:rPr lang="en-US" dirty="0"/>
            <a:t>Approve or Return with comments</a:t>
          </a:r>
        </a:p>
      </dgm:t>
    </dgm:pt>
    <dgm:pt modelId="{B88CA0F5-4174-4B55-959C-E8189FB5E41C}" type="parTrans" cxnId="{37D3170A-6D39-4992-9056-348708E9B7C0}">
      <dgm:prSet/>
      <dgm:spPr/>
      <dgm:t>
        <a:bodyPr/>
        <a:lstStyle/>
        <a:p>
          <a:endParaRPr lang="en-ZA"/>
        </a:p>
      </dgm:t>
    </dgm:pt>
    <dgm:pt modelId="{D0CABE00-C696-408F-BF79-F99E13B881B1}" type="sibTrans" cxnId="{37D3170A-6D39-4992-9056-348708E9B7C0}">
      <dgm:prSet/>
      <dgm:spPr/>
      <dgm:t>
        <a:bodyPr/>
        <a:lstStyle/>
        <a:p>
          <a:endParaRPr lang="en-ZA"/>
        </a:p>
      </dgm:t>
    </dgm:pt>
    <dgm:pt modelId="{03E7FD69-2A8B-45D1-B33D-6E6159F52C70}">
      <dgm:prSet phldrT="[Text]"/>
      <dgm:spPr/>
      <dgm:t>
        <a:bodyPr/>
        <a:lstStyle/>
        <a:p>
          <a:r>
            <a:rPr lang="en-US" dirty="0"/>
            <a:t>Post Approval process</a:t>
          </a:r>
        </a:p>
      </dgm:t>
    </dgm:pt>
    <dgm:pt modelId="{EB5DD548-7F75-4840-B94E-CA77FA3E26CA}" type="sibTrans" cxnId="{865B8F54-93FC-4374-8EAC-2FE3AE68F155}">
      <dgm:prSet/>
      <dgm:spPr/>
      <dgm:t>
        <a:bodyPr/>
        <a:lstStyle/>
        <a:p>
          <a:endParaRPr lang="en-US"/>
        </a:p>
      </dgm:t>
    </dgm:pt>
    <dgm:pt modelId="{C4E34CE5-8DAB-4014-9F61-5A47FD1A5B6B}" type="parTrans" cxnId="{865B8F54-93FC-4374-8EAC-2FE3AE68F155}">
      <dgm:prSet/>
      <dgm:spPr/>
      <dgm:t>
        <a:bodyPr/>
        <a:lstStyle/>
        <a:p>
          <a:endParaRPr lang="en-US"/>
        </a:p>
      </dgm:t>
    </dgm:pt>
    <dgm:pt modelId="{A4C2D8CD-847F-4523-A504-C63354536353}">
      <dgm:prSet phldrT="[Text]"/>
      <dgm:spPr/>
      <dgm:t>
        <a:bodyPr/>
        <a:lstStyle/>
        <a:p>
          <a:r>
            <a:rPr lang="en-US" dirty="0"/>
            <a:t>Perform data Updates/ Amendments</a:t>
          </a:r>
        </a:p>
      </dgm:t>
    </dgm:pt>
    <dgm:pt modelId="{8131C2BC-F0D2-4840-B751-26A8A4F10CDF}" type="sibTrans" cxnId="{2A565A46-F530-42BB-B3DC-EBA372DD4743}">
      <dgm:prSet/>
      <dgm:spPr/>
      <dgm:t>
        <a:bodyPr/>
        <a:lstStyle/>
        <a:p>
          <a:endParaRPr lang="en-US"/>
        </a:p>
      </dgm:t>
    </dgm:pt>
    <dgm:pt modelId="{368A8C97-8B14-4681-B02B-9B398D2A73EE}" type="parTrans" cxnId="{2A565A46-F530-42BB-B3DC-EBA372DD4743}">
      <dgm:prSet/>
      <dgm:spPr/>
      <dgm:t>
        <a:bodyPr/>
        <a:lstStyle/>
        <a:p>
          <a:endParaRPr lang="en-US"/>
        </a:p>
      </dgm:t>
    </dgm:pt>
    <dgm:pt modelId="{3FDE5840-F58F-429E-891B-31292D8B19FD}">
      <dgm:prSet phldrT="[Text]"/>
      <dgm:spPr/>
      <dgm:t>
        <a:bodyPr/>
        <a:lstStyle/>
        <a:p>
          <a:r>
            <a:rPr lang="en-US" dirty="0"/>
            <a:t>Noting</a:t>
          </a:r>
        </a:p>
      </dgm:t>
    </dgm:pt>
    <dgm:pt modelId="{3806C85D-F940-4C98-BB3C-2856FC238056}" type="parTrans" cxnId="{66055BF3-998B-40C5-A7E6-3C6FB7D3AF04}">
      <dgm:prSet/>
      <dgm:spPr/>
      <dgm:t>
        <a:bodyPr/>
        <a:lstStyle/>
        <a:p>
          <a:endParaRPr lang="en-ZA"/>
        </a:p>
      </dgm:t>
    </dgm:pt>
    <dgm:pt modelId="{1E27B495-C4EF-4B09-8C3C-6328E59A202F}" type="sibTrans" cxnId="{66055BF3-998B-40C5-A7E6-3C6FB7D3AF04}">
      <dgm:prSet/>
      <dgm:spPr/>
      <dgm:t>
        <a:bodyPr/>
        <a:lstStyle/>
        <a:p>
          <a:endParaRPr lang="en-ZA"/>
        </a:p>
      </dgm:t>
    </dgm:pt>
    <dgm:pt modelId="{C7F602D1-2125-47F3-B188-0BD44B2A05AB}">
      <dgm:prSet phldrT="[Text]"/>
      <dgm:spPr/>
      <dgm:t>
        <a:bodyPr/>
        <a:lstStyle/>
        <a:p>
          <a:r>
            <a:rPr lang="en-US" dirty="0"/>
            <a:t>Information Provision</a:t>
          </a:r>
        </a:p>
      </dgm:t>
    </dgm:pt>
    <dgm:pt modelId="{83FAA81F-10F2-4654-AC57-B7E0B3C91790}" type="parTrans" cxnId="{741CC95D-0F1D-429C-B0AC-547C9B1940D4}">
      <dgm:prSet/>
      <dgm:spPr/>
      <dgm:t>
        <a:bodyPr/>
        <a:lstStyle/>
        <a:p>
          <a:endParaRPr lang="en-ZA"/>
        </a:p>
      </dgm:t>
    </dgm:pt>
    <dgm:pt modelId="{1D4BD4DD-BB48-455F-92FF-23536B6DBE8C}" type="sibTrans" cxnId="{741CC95D-0F1D-429C-B0AC-547C9B1940D4}">
      <dgm:prSet/>
      <dgm:spPr/>
      <dgm:t>
        <a:bodyPr/>
        <a:lstStyle/>
        <a:p>
          <a:endParaRPr lang="en-ZA"/>
        </a:p>
      </dgm:t>
    </dgm:pt>
    <dgm:pt modelId="{6BA4FA74-955F-4037-A08A-4BE50A997FD0}">
      <dgm:prSet phldrT="[Text]"/>
      <dgm:spPr/>
      <dgm:t>
        <a:bodyPr/>
        <a:lstStyle/>
        <a:p>
          <a:r>
            <a:rPr lang="en-US" dirty="0"/>
            <a:t>Scanning</a:t>
          </a:r>
        </a:p>
      </dgm:t>
    </dgm:pt>
    <dgm:pt modelId="{7B6CC294-040B-4E13-9EDC-35FE15D89F24}" type="parTrans" cxnId="{78ED9841-B305-4D31-A1A9-2821C95CD788}">
      <dgm:prSet/>
      <dgm:spPr/>
      <dgm:t>
        <a:bodyPr/>
        <a:lstStyle/>
        <a:p>
          <a:endParaRPr lang="en-ZA"/>
        </a:p>
      </dgm:t>
    </dgm:pt>
    <dgm:pt modelId="{A1ECF020-C456-4393-A300-8EE0EA4DD60F}" type="sibTrans" cxnId="{78ED9841-B305-4D31-A1A9-2821C95CD788}">
      <dgm:prSet/>
      <dgm:spPr/>
      <dgm:t>
        <a:bodyPr/>
        <a:lstStyle/>
        <a:p>
          <a:endParaRPr lang="en-ZA"/>
        </a:p>
      </dgm:t>
    </dgm:pt>
    <dgm:pt modelId="{BA7FB0E5-69B9-4739-BF9D-CB65CAD8B7B0}">
      <dgm:prSet phldrT="[Text]"/>
      <dgm:spPr/>
      <dgm:t>
        <a:bodyPr/>
        <a:lstStyle/>
        <a:p>
          <a:r>
            <a:rPr lang="en-US" dirty="0"/>
            <a:t>Post Approval Process</a:t>
          </a:r>
        </a:p>
      </dgm:t>
    </dgm:pt>
    <dgm:pt modelId="{B68EB5BD-F059-4D67-A5CF-54CA698034C7}" type="parTrans" cxnId="{D4033272-A0D7-4401-B535-71E1ECAAB36B}">
      <dgm:prSet/>
      <dgm:spPr/>
      <dgm:t>
        <a:bodyPr/>
        <a:lstStyle/>
        <a:p>
          <a:endParaRPr lang="en-US"/>
        </a:p>
      </dgm:t>
    </dgm:pt>
    <dgm:pt modelId="{8C10D859-7F00-4410-890D-8D26658685A7}" type="sibTrans" cxnId="{D4033272-A0D7-4401-B535-71E1ECAAB36B}">
      <dgm:prSet/>
      <dgm:spPr/>
      <dgm:t>
        <a:bodyPr/>
        <a:lstStyle/>
        <a:p>
          <a:endParaRPr lang="en-US"/>
        </a:p>
      </dgm:t>
    </dgm:pt>
    <dgm:pt modelId="{4B215143-5DB9-423D-AF70-C3B542895F8A}">
      <dgm:prSet phldrT="[Text]"/>
      <dgm:spPr/>
      <dgm:t>
        <a:bodyPr/>
        <a:lstStyle/>
        <a:p>
          <a:r>
            <a:rPr lang="en-US" dirty="0"/>
            <a:t>Data Capture</a:t>
          </a:r>
        </a:p>
      </dgm:t>
    </dgm:pt>
    <dgm:pt modelId="{3463E9D7-7464-49CD-9DCF-3D7E0CAB531E}" type="parTrans" cxnId="{04EC8390-D91C-42FD-AD3F-95D9D61ABA61}">
      <dgm:prSet/>
      <dgm:spPr/>
      <dgm:t>
        <a:bodyPr/>
        <a:lstStyle/>
        <a:p>
          <a:endParaRPr lang="en-US"/>
        </a:p>
      </dgm:t>
    </dgm:pt>
    <dgm:pt modelId="{207FB8CD-F722-4BD5-A239-9F0B09AE2942}" type="sibTrans" cxnId="{04EC8390-D91C-42FD-AD3F-95D9D61ABA61}">
      <dgm:prSet/>
      <dgm:spPr/>
      <dgm:t>
        <a:bodyPr/>
        <a:lstStyle/>
        <a:p>
          <a:endParaRPr lang="en-US"/>
        </a:p>
      </dgm:t>
    </dgm:pt>
    <dgm:pt modelId="{780AD60F-7B8C-465A-9EA8-AA118F8E0264}">
      <dgm:prSet phldrT="[Text]"/>
      <dgm:spPr/>
      <dgm:t>
        <a:bodyPr/>
        <a:lstStyle/>
        <a:p>
          <a:r>
            <a:rPr lang="en-US" dirty="0"/>
            <a:t>Capture Sectional Plan</a:t>
          </a:r>
        </a:p>
      </dgm:t>
    </dgm:pt>
    <dgm:pt modelId="{C21ED6F7-EEB6-40A4-B4C3-96CAEBE696B0}" type="parTrans" cxnId="{D07E7CFE-D307-450B-889E-78E1E4112FE2}">
      <dgm:prSet/>
      <dgm:spPr/>
      <dgm:t>
        <a:bodyPr/>
        <a:lstStyle/>
        <a:p>
          <a:endParaRPr lang="en-US"/>
        </a:p>
      </dgm:t>
    </dgm:pt>
    <dgm:pt modelId="{54758BA8-14B5-4079-AD57-57BAA7501C93}" type="sibTrans" cxnId="{D07E7CFE-D307-450B-889E-78E1E4112FE2}">
      <dgm:prSet/>
      <dgm:spPr/>
      <dgm:t>
        <a:bodyPr/>
        <a:lstStyle/>
        <a:p>
          <a:endParaRPr lang="en-US"/>
        </a:p>
      </dgm:t>
    </dgm:pt>
    <dgm:pt modelId="{D230B5B0-CE59-4DCA-8566-532DDDC848E4}">
      <dgm:prSet phldrT="[Text]"/>
      <dgm:spPr/>
      <dgm:t>
        <a:bodyPr/>
        <a:lstStyle/>
        <a:p>
          <a:r>
            <a:rPr lang="en-US" dirty="0"/>
            <a:t>Capture Header Information</a:t>
          </a:r>
        </a:p>
      </dgm:t>
    </dgm:pt>
    <dgm:pt modelId="{045536A9-A1DC-40E0-B363-0340D3F60C37}" type="parTrans" cxnId="{0B4182C5-B786-4759-BD86-D1EEC5C258E2}">
      <dgm:prSet/>
      <dgm:spPr/>
      <dgm:t>
        <a:bodyPr/>
        <a:lstStyle/>
        <a:p>
          <a:endParaRPr lang="en-US"/>
        </a:p>
      </dgm:t>
    </dgm:pt>
    <dgm:pt modelId="{E8AB2651-42F0-4C50-A616-5FD0D50C11C1}" type="sibTrans" cxnId="{0B4182C5-B786-4759-BD86-D1EEC5C258E2}">
      <dgm:prSet/>
      <dgm:spPr/>
      <dgm:t>
        <a:bodyPr/>
        <a:lstStyle/>
        <a:p>
          <a:endParaRPr lang="en-US"/>
        </a:p>
      </dgm:t>
    </dgm:pt>
    <dgm:pt modelId="{52D01430-79E3-41AB-B6EC-C31A99829515}">
      <dgm:prSet phldrT="[Text]"/>
      <dgm:spPr/>
      <dgm:t>
        <a:bodyPr/>
        <a:lstStyle/>
        <a:p>
          <a:r>
            <a:rPr lang="en-US" dirty="0"/>
            <a:t>Capture Numeric Data</a:t>
          </a:r>
        </a:p>
      </dgm:t>
    </dgm:pt>
    <dgm:pt modelId="{FE172AE6-2A42-4CE3-9C31-C7941487053A}" type="parTrans" cxnId="{14193CEC-EC54-41A3-B20A-5C55B5B80BAB}">
      <dgm:prSet/>
      <dgm:spPr/>
      <dgm:t>
        <a:bodyPr/>
        <a:lstStyle/>
        <a:p>
          <a:endParaRPr lang="en-US"/>
        </a:p>
      </dgm:t>
    </dgm:pt>
    <dgm:pt modelId="{3C831C6E-4B58-45C9-BB6F-8682EB6D8B4E}" type="sibTrans" cxnId="{14193CEC-EC54-41A3-B20A-5C55B5B80BAB}">
      <dgm:prSet/>
      <dgm:spPr/>
      <dgm:t>
        <a:bodyPr/>
        <a:lstStyle/>
        <a:p>
          <a:endParaRPr lang="en-US"/>
        </a:p>
      </dgm:t>
    </dgm:pt>
    <dgm:pt modelId="{520C782A-24FC-4663-B7F3-B1E54EF9BBFA}">
      <dgm:prSet phldrT="[Text]"/>
      <dgm:spPr/>
      <dgm:t>
        <a:bodyPr/>
        <a:lstStyle/>
        <a:p>
          <a:r>
            <a:rPr lang="en-US" dirty="0"/>
            <a:t>Produce Consistency Check report</a:t>
          </a:r>
        </a:p>
      </dgm:t>
    </dgm:pt>
    <dgm:pt modelId="{3BDE24C4-81F8-4E5C-8929-6F3E3D40F1A7}" type="parTrans" cxnId="{2ACDC103-0574-418E-95C0-AB81E46DF23D}">
      <dgm:prSet/>
      <dgm:spPr/>
      <dgm:t>
        <a:bodyPr/>
        <a:lstStyle/>
        <a:p>
          <a:endParaRPr lang="en-US"/>
        </a:p>
      </dgm:t>
    </dgm:pt>
    <dgm:pt modelId="{A9CD93A0-0CC6-4E3A-A2D4-4207DDDF8895}" type="sibTrans" cxnId="{2ACDC103-0574-418E-95C0-AB81E46DF23D}">
      <dgm:prSet/>
      <dgm:spPr/>
      <dgm:t>
        <a:bodyPr/>
        <a:lstStyle/>
        <a:p>
          <a:endParaRPr lang="en-US"/>
        </a:p>
      </dgm:t>
    </dgm:pt>
    <dgm:pt modelId="{4B81D00C-BE2A-4E30-B80B-FDC583EF0D5F}">
      <dgm:prSet phldrT="[Text]"/>
      <dgm:spPr/>
      <dgm:t>
        <a:bodyPr/>
        <a:lstStyle/>
        <a:p>
          <a:r>
            <a:rPr lang="en-US" dirty="0"/>
            <a:t>Numbering</a:t>
          </a:r>
        </a:p>
      </dgm:t>
    </dgm:pt>
    <dgm:pt modelId="{F74612C7-70D6-4E74-867C-C15257EA294B}" type="parTrans" cxnId="{CC1C7A3C-F65C-4D8C-9857-4178EDD5482D}">
      <dgm:prSet/>
      <dgm:spPr/>
      <dgm:t>
        <a:bodyPr/>
        <a:lstStyle/>
        <a:p>
          <a:endParaRPr lang="en-US"/>
        </a:p>
      </dgm:t>
    </dgm:pt>
    <dgm:pt modelId="{84756911-F455-47EE-B1AF-A67434D615CB}" type="sibTrans" cxnId="{CC1C7A3C-F65C-4D8C-9857-4178EDD5482D}">
      <dgm:prSet/>
      <dgm:spPr/>
      <dgm:t>
        <a:bodyPr/>
        <a:lstStyle/>
        <a:p>
          <a:endParaRPr lang="en-US"/>
        </a:p>
      </dgm:t>
    </dgm:pt>
    <dgm:pt modelId="{31DE207F-3C6F-49AD-890E-30A7F611D1E6}">
      <dgm:prSet phldrT="[Text]"/>
      <dgm:spPr/>
      <dgm:t>
        <a:bodyPr/>
        <a:lstStyle/>
        <a:p>
          <a:r>
            <a:rPr lang="en-US" dirty="0"/>
            <a:t>Noting</a:t>
          </a:r>
        </a:p>
      </dgm:t>
    </dgm:pt>
    <dgm:pt modelId="{6267A1E0-0E97-4243-9A84-B7F5FAFC70D0}" type="parTrans" cxnId="{36D2C0FE-171F-4E58-9788-06A6F9795694}">
      <dgm:prSet/>
      <dgm:spPr/>
      <dgm:t>
        <a:bodyPr/>
        <a:lstStyle/>
        <a:p>
          <a:endParaRPr lang="en-ZA"/>
        </a:p>
      </dgm:t>
    </dgm:pt>
    <dgm:pt modelId="{1101D88D-F3BA-4266-BE84-D6E572DE3718}" type="sibTrans" cxnId="{36D2C0FE-171F-4E58-9788-06A6F9795694}">
      <dgm:prSet/>
      <dgm:spPr/>
      <dgm:t>
        <a:bodyPr/>
        <a:lstStyle/>
        <a:p>
          <a:endParaRPr lang="en-ZA"/>
        </a:p>
      </dgm:t>
    </dgm:pt>
    <dgm:pt modelId="{79CDAF8E-56DA-40EC-B179-AC6DD7C738D8}">
      <dgm:prSet phldrT="[Text]"/>
      <dgm:spPr/>
      <dgm:t>
        <a:bodyPr/>
        <a:lstStyle/>
        <a:p>
          <a:r>
            <a:rPr lang="en-US"/>
            <a:t>Capture Boundary Data in Spatial &amp; Alpha Numeric</a:t>
          </a:r>
          <a:endParaRPr lang="en-US" dirty="0"/>
        </a:p>
      </dgm:t>
    </dgm:pt>
    <dgm:pt modelId="{B7F2F219-C18B-4DFF-BB6B-40DB79DA9CE8}" type="parTrans" cxnId="{DCBEDAD3-29C1-4101-AE6B-D490940E132F}">
      <dgm:prSet/>
      <dgm:spPr/>
      <dgm:t>
        <a:bodyPr/>
        <a:lstStyle/>
        <a:p>
          <a:endParaRPr lang="en-ZA"/>
        </a:p>
      </dgm:t>
    </dgm:pt>
    <dgm:pt modelId="{B919DF44-2EF4-4E59-BB51-CD42B5C7FFFB}" type="sibTrans" cxnId="{DCBEDAD3-29C1-4101-AE6B-D490940E132F}">
      <dgm:prSet/>
      <dgm:spPr/>
      <dgm:t>
        <a:bodyPr/>
        <a:lstStyle/>
        <a:p>
          <a:endParaRPr lang="en-ZA"/>
        </a:p>
      </dgm:t>
    </dgm:pt>
    <dgm:pt modelId="{57D6BA50-19D5-4872-847B-FEC2B2F43154}" type="pres">
      <dgm:prSet presAssocID="{4D4433A8-58F4-4FC4-B0EF-2A0B9229C137}" presName="diagram" presStyleCnt="0">
        <dgm:presLayoutVars>
          <dgm:chPref val="1"/>
          <dgm:dir/>
          <dgm:animOne val="branch"/>
          <dgm:animLvl val="lvl"/>
          <dgm:resizeHandles/>
        </dgm:presLayoutVars>
      </dgm:prSet>
      <dgm:spPr/>
    </dgm:pt>
    <dgm:pt modelId="{F0237442-CF2E-4F31-84CA-8787E4339462}" type="pres">
      <dgm:prSet presAssocID="{962235ED-A557-46B0-943A-F2E2798D8857}" presName="root" presStyleCnt="0"/>
      <dgm:spPr/>
    </dgm:pt>
    <dgm:pt modelId="{DC9B3A86-5700-45D8-9EC1-700967D8DB21}" type="pres">
      <dgm:prSet presAssocID="{962235ED-A557-46B0-943A-F2E2798D8857}" presName="rootComposite" presStyleCnt="0"/>
      <dgm:spPr/>
    </dgm:pt>
    <dgm:pt modelId="{07F679B5-2EE3-4EF1-8E6E-A2CD7392E3C6}" type="pres">
      <dgm:prSet presAssocID="{962235ED-A557-46B0-943A-F2E2798D8857}" presName="rootText" presStyleLbl="node1" presStyleIdx="0" presStyleCnt="8"/>
      <dgm:spPr/>
    </dgm:pt>
    <dgm:pt modelId="{D2203403-7696-43E4-B6C6-93BAA3FA7EF1}" type="pres">
      <dgm:prSet presAssocID="{962235ED-A557-46B0-943A-F2E2798D8857}" presName="rootConnector" presStyleLbl="node1" presStyleIdx="0" presStyleCnt="8"/>
      <dgm:spPr/>
    </dgm:pt>
    <dgm:pt modelId="{560FBEE4-3E28-4E40-A821-A8AB735C59F4}" type="pres">
      <dgm:prSet presAssocID="{962235ED-A557-46B0-943A-F2E2798D8857}" presName="childShape" presStyleCnt="0"/>
      <dgm:spPr/>
    </dgm:pt>
    <dgm:pt modelId="{2939572B-5D56-422A-9B28-34C1A75D338A}" type="pres">
      <dgm:prSet presAssocID="{66D44DD9-D439-484C-B85B-8C1EBA5ACE75}" presName="Name13" presStyleLbl="parChTrans1D2" presStyleIdx="0" presStyleCnt="31"/>
      <dgm:spPr/>
    </dgm:pt>
    <dgm:pt modelId="{8DABC8A1-F321-4D53-883A-EDA55482A944}" type="pres">
      <dgm:prSet presAssocID="{A400B8B4-C455-4F4F-A98A-8771178A71E9}" presName="childText" presStyleLbl="bgAcc1" presStyleIdx="0" presStyleCnt="31">
        <dgm:presLayoutVars>
          <dgm:bulletEnabled val="1"/>
        </dgm:presLayoutVars>
      </dgm:prSet>
      <dgm:spPr/>
    </dgm:pt>
    <dgm:pt modelId="{FF1E45F5-E70F-4D5A-9E59-3C45D60458F1}" type="pres">
      <dgm:prSet presAssocID="{4088DE1E-45C3-45A0-AEA8-BAFCD268CBC8}" presName="root" presStyleCnt="0"/>
      <dgm:spPr/>
    </dgm:pt>
    <dgm:pt modelId="{D25E44CD-0C4E-4F85-A50A-46FF1F14E319}" type="pres">
      <dgm:prSet presAssocID="{4088DE1E-45C3-45A0-AEA8-BAFCD268CBC8}" presName="rootComposite" presStyleCnt="0"/>
      <dgm:spPr/>
    </dgm:pt>
    <dgm:pt modelId="{B86C1B73-7C48-420F-80AC-E88A34EC3885}" type="pres">
      <dgm:prSet presAssocID="{4088DE1E-45C3-45A0-AEA8-BAFCD268CBC8}" presName="rootText" presStyleLbl="node1" presStyleIdx="1" presStyleCnt="8"/>
      <dgm:spPr/>
    </dgm:pt>
    <dgm:pt modelId="{C45C27E6-7778-42DB-B16B-CCD29B7861F5}" type="pres">
      <dgm:prSet presAssocID="{4088DE1E-45C3-45A0-AEA8-BAFCD268CBC8}" presName="rootConnector" presStyleLbl="node1" presStyleIdx="1" presStyleCnt="8"/>
      <dgm:spPr/>
    </dgm:pt>
    <dgm:pt modelId="{F8F0B88F-F759-493F-9688-4FB304F58A4D}" type="pres">
      <dgm:prSet presAssocID="{4088DE1E-45C3-45A0-AEA8-BAFCD268CBC8}" presName="childShape" presStyleCnt="0"/>
      <dgm:spPr/>
    </dgm:pt>
    <dgm:pt modelId="{93254664-546A-4C5C-B2D0-2B5ADAEE8171}" type="pres">
      <dgm:prSet presAssocID="{D4EF31BF-64ED-4E0C-8400-2A21B6729322}" presName="Name13" presStyleLbl="parChTrans1D2" presStyleIdx="1" presStyleCnt="31"/>
      <dgm:spPr/>
    </dgm:pt>
    <dgm:pt modelId="{C797BEC8-AD63-4703-88C2-36C0C0C2362B}" type="pres">
      <dgm:prSet presAssocID="{0CA8EC8A-9ACD-440F-8E9A-8D39287C8968}" presName="childText" presStyleLbl="bgAcc1" presStyleIdx="1" presStyleCnt="31">
        <dgm:presLayoutVars>
          <dgm:bulletEnabled val="1"/>
        </dgm:presLayoutVars>
      </dgm:prSet>
      <dgm:spPr/>
    </dgm:pt>
    <dgm:pt modelId="{47C53E85-C439-46BA-B6F0-31F67D74A7CF}" type="pres">
      <dgm:prSet presAssocID="{00BDA92F-B604-4A76-BF1B-A5FCF6482100}" presName="Name13" presStyleLbl="parChTrans1D2" presStyleIdx="2" presStyleCnt="31"/>
      <dgm:spPr/>
    </dgm:pt>
    <dgm:pt modelId="{50BD1128-6C1C-4ABA-B3A4-6D8AC1174B15}" type="pres">
      <dgm:prSet presAssocID="{2E7C4AF5-DD42-4CF2-BDD7-1BEC9B5A3476}" presName="childText" presStyleLbl="bgAcc1" presStyleIdx="2" presStyleCnt="31">
        <dgm:presLayoutVars>
          <dgm:bulletEnabled val="1"/>
        </dgm:presLayoutVars>
      </dgm:prSet>
      <dgm:spPr/>
    </dgm:pt>
    <dgm:pt modelId="{CEF962F3-12D6-43E8-B259-48590E6F4485}" type="pres">
      <dgm:prSet presAssocID="{DFCC4BFF-465A-4E26-8727-18641F9FC1A1}" presName="Name13" presStyleLbl="parChTrans1D2" presStyleIdx="3" presStyleCnt="31"/>
      <dgm:spPr/>
    </dgm:pt>
    <dgm:pt modelId="{A34023EE-03C6-4F9E-843B-B1399C6676D0}" type="pres">
      <dgm:prSet presAssocID="{D77E1082-4309-451D-9FBC-AF1A46C6D748}" presName="childText" presStyleLbl="bgAcc1" presStyleIdx="3" presStyleCnt="31">
        <dgm:presLayoutVars>
          <dgm:bulletEnabled val="1"/>
        </dgm:presLayoutVars>
      </dgm:prSet>
      <dgm:spPr/>
    </dgm:pt>
    <dgm:pt modelId="{DECD3334-1515-4B8D-9897-D2EA646E2B03}" type="pres">
      <dgm:prSet presAssocID="{C4E34CE5-8DAB-4014-9F61-5A47FD1A5B6B}" presName="Name13" presStyleLbl="parChTrans1D2" presStyleIdx="4" presStyleCnt="31"/>
      <dgm:spPr/>
    </dgm:pt>
    <dgm:pt modelId="{433C1C0E-AC50-4C9B-9AC1-307B780D2C44}" type="pres">
      <dgm:prSet presAssocID="{03E7FD69-2A8B-45D1-B33D-6E6159F52C70}" presName="childText" presStyleLbl="bgAcc1" presStyleIdx="4" presStyleCnt="31">
        <dgm:presLayoutVars>
          <dgm:bulletEnabled val="1"/>
        </dgm:presLayoutVars>
      </dgm:prSet>
      <dgm:spPr/>
    </dgm:pt>
    <dgm:pt modelId="{4F056781-6671-42B7-BA88-25502755FFBD}" type="pres">
      <dgm:prSet presAssocID="{7BF93BD8-579A-4C20-9168-548D4AC03C0C}" presName="Name13" presStyleLbl="parChTrans1D2" presStyleIdx="5" presStyleCnt="31"/>
      <dgm:spPr/>
    </dgm:pt>
    <dgm:pt modelId="{67C8F6D0-2A70-4064-BF87-FF3146A4E679}" type="pres">
      <dgm:prSet presAssocID="{EF7EA87B-B5FC-4C84-A1CF-89483AAE9A83}" presName="childText" presStyleLbl="bgAcc1" presStyleIdx="5" presStyleCnt="31">
        <dgm:presLayoutVars>
          <dgm:bulletEnabled val="1"/>
        </dgm:presLayoutVars>
      </dgm:prSet>
      <dgm:spPr/>
    </dgm:pt>
    <dgm:pt modelId="{11AFE92B-579C-421A-B66B-B84B3A21803A}" type="pres">
      <dgm:prSet presAssocID="{39B834A3-9E17-4BE3-ABDA-DDFFFF012F72}" presName="Name13" presStyleLbl="parChTrans1D2" presStyleIdx="6" presStyleCnt="31"/>
      <dgm:spPr/>
    </dgm:pt>
    <dgm:pt modelId="{590DB56E-1FD8-42ED-BAA4-DD9D496C9DF1}" type="pres">
      <dgm:prSet presAssocID="{60A271DF-662F-40A7-AAED-AFBFE39AFB58}" presName="childText" presStyleLbl="bgAcc1" presStyleIdx="6" presStyleCnt="31">
        <dgm:presLayoutVars>
          <dgm:bulletEnabled val="1"/>
        </dgm:presLayoutVars>
      </dgm:prSet>
      <dgm:spPr/>
    </dgm:pt>
    <dgm:pt modelId="{EE8630B6-1577-44DE-B1DD-E5E62EB1C386}" type="pres">
      <dgm:prSet presAssocID="{167409C3-40E8-4C2B-B6C1-0F16A2D51B85}" presName="root" presStyleCnt="0"/>
      <dgm:spPr/>
    </dgm:pt>
    <dgm:pt modelId="{F2E4D620-13D8-41B4-911E-AADE5C883C1A}" type="pres">
      <dgm:prSet presAssocID="{167409C3-40E8-4C2B-B6C1-0F16A2D51B85}" presName="rootComposite" presStyleCnt="0"/>
      <dgm:spPr/>
    </dgm:pt>
    <dgm:pt modelId="{260F4F0E-FEDF-4E58-9EBB-389EC6276032}" type="pres">
      <dgm:prSet presAssocID="{167409C3-40E8-4C2B-B6C1-0F16A2D51B85}" presName="rootText" presStyleLbl="node1" presStyleIdx="2" presStyleCnt="8"/>
      <dgm:spPr/>
    </dgm:pt>
    <dgm:pt modelId="{40732002-E189-449F-B6A6-5C4188F7F2DF}" type="pres">
      <dgm:prSet presAssocID="{167409C3-40E8-4C2B-B6C1-0F16A2D51B85}" presName="rootConnector" presStyleLbl="node1" presStyleIdx="2" presStyleCnt="8"/>
      <dgm:spPr/>
    </dgm:pt>
    <dgm:pt modelId="{11B51C43-E26D-4DCB-B64A-2F0A20882FF1}" type="pres">
      <dgm:prSet presAssocID="{167409C3-40E8-4C2B-B6C1-0F16A2D51B85}" presName="childShape" presStyleCnt="0"/>
      <dgm:spPr/>
    </dgm:pt>
    <dgm:pt modelId="{A6936042-63BC-4768-85BF-D19549B5D02B}" type="pres">
      <dgm:prSet presAssocID="{A9E0BE80-980C-4D96-AC98-6EEA4A025ECE}" presName="Name13" presStyleLbl="parChTrans1D2" presStyleIdx="7" presStyleCnt="31"/>
      <dgm:spPr/>
    </dgm:pt>
    <dgm:pt modelId="{6E57061C-2717-4546-B531-B60175AE71EC}" type="pres">
      <dgm:prSet presAssocID="{827F6A0E-B5B0-4B1C-99D3-B95AB9F2DF57}" presName="childText" presStyleLbl="bgAcc1" presStyleIdx="7" presStyleCnt="31">
        <dgm:presLayoutVars>
          <dgm:bulletEnabled val="1"/>
        </dgm:presLayoutVars>
      </dgm:prSet>
      <dgm:spPr/>
    </dgm:pt>
    <dgm:pt modelId="{66317A17-1B85-401D-A1D2-30743D2E2BBA}" type="pres">
      <dgm:prSet presAssocID="{F74612C7-70D6-4E74-867C-C15257EA294B}" presName="Name13" presStyleLbl="parChTrans1D2" presStyleIdx="8" presStyleCnt="31"/>
      <dgm:spPr/>
    </dgm:pt>
    <dgm:pt modelId="{EA9809D9-B50A-4D50-91CD-522CDA52FE02}" type="pres">
      <dgm:prSet presAssocID="{4B81D00C-BE2A-4E30-B80B-FDC583EF0D5F}" presName="childText" presStyleLbl="bgAcc1" presStyleIdx="8" presStyleCnt="31">
        <dgm:presLayoutVars>
          <dgm:bulletEnabled val="1"/>
        </dgm:presLayoutVars>
      </dgm:prSet>
      <dgm:spPr/>
    </dgm:pt>
    <dgm:pt modelId="{69937B6B-2C27-40BC-AA35-2E8DB735534F}" type="pres">
      <dgm:prSet presAssocID="{92E71353-96E4-44AF-980F-4CE637277307}" presName="root" presStyleCnt="0"/>
      <dgm:spPr/>
    </dgm:pt>
    <dgm:pt modelId="{15F53963-0586-4A3A-92F9-1CD63CC8ACE1}" type="pres">
      <dgm:prSet presAssocID="{92E71353-96E4-44AF-980F-4CE637277307}" presName="rootComposite" presStyleCnt="0"/>
      <dgm:spPr/>
    </dgm:pt>
    <dgm:pt modelId="{83B786A0-3A58-4E96-9005-843DAE2880EA}" type="pres">
      <dgm:prSet presAssocID="{92E71353-96E4-44AF-980F-4CE637277307}" presName="rootText" presStyleLbl="node1" presStyleIdx="3" presStyleCnt="8"/>
      <dgm:spPr/>
    </dgm:pt>
    <dgm:pt modelId="{F74933DB-291D-471A-96F3-E754249528D4}" type="pres">
      <dgm:prSet presAssocID="{92E71353-96E4-44AF-980F-4CE637277307}" presName="rootConnector" presStyleLbl="node1" presStyleIdx="3" presStyleCnt="8"/>
      <dgm:spPr/>
    </dgm:pt>
    <dgm:pt modelId="{74ABB8BE-3C30-4478-A92E-737810259FFF}" type="pres">
      <dgm:prSet presAssocID="{92E71353-96E4-44AF-980F-4CE637277307}" presName="childShape" presStyleCnt="0"/>
      <dgm:spPr/>
    </dgm:pt>
    <dgm:pt modelId="{C067F209-D774-4F1C-931F-C4E4FA3BDB01}" type="pres">
      <dgm:prSet presAssocID="{3806C85D-F940-4C98-BB3C-2856FC238056}" presName="Name13" presStyleLbl="parChTrans1D2" presStyleIdx="9" presStyleCnt="31"/>
      <dgm:spPr/>
    </dgm:pt>
    <dgm:pt modelId="{7F3B98A9-A85C-4E2D-8FBA-32427CE06A05}" type="pres">
      <dgm:prSet presAssocID="{3FDE5840-F58F-429E-891B-31292D8B19FD}" presName="childText" presStyleLbl="bgAcc1" presStyleIdx="9" presStyleCnt="31">
        <dgm:presLayoutVars>
          <dgm:bulletEnabled val="1"/>
        </dgm:presLayoutVars>
      </dgm:prSet>
      <dgm:spPr/>
    </dgm:pt>
    <dgm:pt modelId="{410BD888-3EA2-4CB5-BD45-2E427B867C58}" type="pres">
      <dgm:prSet presAssocID="{5BFFFFCA-B512-4FDA-ABC2-021A5189CC25}" presName="Name13" presStyleLbl="parChTrans1D2" presStyleIdx="10" presStyleCnt="31"/>
      <dgm:spPr/>
    </dgm:pt>
    <dgm:pt modelId="{77A1D505-2DF7-43DC-BE14-7F6E9D72D8E3}" type="pres">
      <dgm:prSet presAssocID="{C6F4026E-6FB7-4DE7-B9CA-B5A0E7899D00}" presName="childText" presStyleLbl="bgAcc1" presStyleIdx="10" presStyleCnt="31">
        <dgm:presLayoutVars>
          <dgm:bulletEnabled val="1"/>
        </dgm:presLayoutVars>
      </dgm:prSet>
      <dgm:spPr/>
    </dgm:pt>
    <dgm:pt modelId="{729382CD-8B46-4434-BC3F-FFFC26E886B7}" type="pres">
      <dgm:prSet presAssocID="{128FA247-749E-406D-BD50-4D2FFB2A284D}" presName="Name13" presStyleLbl="parChTrans1D2" presStyleIdx="11" presStyleCnt="31"/>
      <dgm:spPr/>
    </dgm:pt>
    <dgm:pt modelId="{08C2D977-BB05-4550-984C-015B50ED4F32}" type="pres">
      <dgm:prSet presAssocID="{F4A497A2-F333-4A60-B210-415BFBD654D3}" presName="childText" presStyleLbl="bgAcc1" presStyleIdx="11" presStyleCnt="31">
        <dgm:presLayoutVars>
          <dgm:bulletEnabled val="1"/>
        </dgm:presLayoutVars>
      </dgm:prSet>
      <dgm:spPr/>
    </dgm:pt>
    <dgm:pt modelId="{344612A8-18B0-4F94-AE05-FDCAFB95AAB6}" type="pres">
      <dgm:prSet presAssocID="{A79EF838-0383-4E9B-A1A5-F52E2ED78DF0}" presName="Name13" presStyleLbl="parChTrans1D2" presStyleIdx="12" presStyleCnt="31"/>
      <dgm:spPr/>
    </dgm:pt>
    <dgm:pt modelId="{0C9FEFF8-6ACC-47EF-9910-F37729AC5971}" type="pres">
      <dgm:prSet presAssocID="{4D970B22-E596-47C4-8F3B-45799FDAE79E}" presName="childText" presStyleLbl="bgAcc1" presStyleIdx="12" presStyleCnt="31">
        <dgm:presLayoutVars>
          <dgm:bulletEnabled val="1"/>
        </dgm:presLayoutVars>
      </dgm:prSet>
      <dgm:spPr/>
    </dgm:pt>
    <dgm:pt modelId="{F61156A0-270A-4ACF-A4C5-12B221B6A57B}" type="pres">
      <dgm:prSet presAssocID="{1988B74C-AEAD-4087-AC38-58D573FE307C}" presName="root" presStyleCnt="0"/>
      <dgm:spPr/>
    </dgm:pt>
    <dgm:pt modelId="{9FC202C9-DC7C-493E-8531-25E47CC8077B}" type="pres">
      <dgm:prSet presAssocID="{1988B74C-AEAD-4087-AC38-58D573FE307C}" presName="rootComposite" presStyleCnt="0"/>
      <dgm:spPr/>
    </dgm:pt>
    <dgm:pt modelId="{9BEBB5E7-C704-4016-869C-953B84609848}" type="pres">
      <dgm:prSet presAssocID="{1988B74C-AEAD-4087-AC38-58D573FE307C}" presName="rootText" presStyleLbl="node1" presStyleIdx="4" presStyleCnt="8"/>
      <dgm:spPr/>
    </dgm:pt>
    <dgm:pt modelId="{F3C66090-519D-4782-9709-093AED0A9E57}" type="pres">
      <dgm:prSet presAssocID="{1988B74C-AEAD-4087-AC38-58D573FE307C}" presName="rootConnector" presStyleLbl="node1" presStyleIdx="4" presStyleCnt="8"/>
      <dgm:spPr/>
    </dgm:pt>
    <dgm:pt modelId="{245506FA-0444-4FC2-B251-1F92BBDC5F2B}" type="pres">
      <dgm:prSet presAssocID="{1988B74C-AEAD-4087-AC38-58D573FE307C}" presName="childShape" presStyleCnt="0"/>
      <dgm:spPr/>
    </dgm:pt>
    <dgm:pt modelId="{D7B6265F-D28D-450F-A708-3A405A2618DB}" type="pres">
      <dgm:prSet presAssocID="{BF3758E5-7F22-440B-AB6D-75737F640816}" presName="Name13" presStyleLbl="parChTrans1D2" presStyleIdx="13" presStyleCnt="31"/>
      <dgm:spPr/>
    </dgm:pt>
    <dgm:pt modelId="{83279F6E-6196-4BCC-8AE9-EAB2390FFBB4}" type="pres">
      <dgm:prSet presAssocID="{66BC1D5D-7582-4A99-9A46-9DF9E6B4A032}" presName="childText" presStyleLbl="bgAcc1" presStyleIdx="13" presStyleCnt="31">
        <dgm:presLayoutVars>
          <dgm:bulletEnabled val="1"/>
        </dgm:presLayoutVars>
      </dgm:prSet>
      <dgm:spPr/>
    </dgm:pt>
    <dgm:pt modelId="{7E5948D4-E30C-431D-9A8B-A2A4313F0E22}" type="pres">
      <dgm:prSet presAssocID="{4D4A41C8-6F30-468F-93D3-43A971CB9137}" presName="Name13" presStyleLbl="parChTrans1D2" presStyleIdx="14" presStyleCnt="31"/>
      <dgm:spPr/>
    </dgm:pt>
    <dgm:pt modelId="{D9059628-8BC7-4753-BC34-C14A9902F81E}" type="pres">
      <dgm:prSet presAssocID="{C8650B5B-4041-421B-BEE6-1CDC35202EEA}" presName="childText" presStyleLbl="bgAcc1" presStyleIdx="14" presStyleCnt="31">
        <dgm:presLayoutVars>
          <dgm:bulletEnabled val="1"/>
        </dgm:presLayoutVars>
      </dgm:prSet>
      <dgm:spPr/>
    </dgm:pt>
    <dgm:pt modelId="{C1B74DBF-07AD-4075-9475-BBFD6B4D2C85}" type="pres">
      <dgm:prSet presAssocID="{B88CA0F5-4174-4B55-959C-E8189FB5E41C}" presName="Name13" presStyleLbl="parChTrans1D2" presStyleIdx="15" presStyleCnt="31"/>
      <dgm:spPr/>
    </dgm:pt>
    <dgm:pt modelId="{AACE1C37-BF6A-4FD5-BB00-FB346726303A}" type="pres">
      <dgm:prSet presAssocID="{FCB0D21D-6FA2-4AC5-A990-00863461109B}" presName="childText" presStyleLbl="bgAcc1" presStyleIdx="15" presStyleCnt="31">
        <dgm:presLayoutVars>
          <dgm:bulletEnabled val="1"/>
        </dgm:presLayoutVars>
      </dgm:prSet>
      <dgm:spPr/>
    </dgm:pt>
    <dgm:pt modelId="{897B28A2-05AF-411C-A4F8-14CB111ED3DC}" type="pres">
      <dgm:prSet presAssocID="{B47988E7-78F1-4102-86EF-0395C9241BDE}" presName="Name13" presStyleLbl="parChTrans1D2" presStyleIdx="16" presStyleCnt="31"/>
      <dgm:spPr/>
    </dgm:pt>
    <dgm:pt modelId="{1EFCF9F1-C2AC-4860-A8EC-104824BA6515}" type="pres">
      <dgm:prSet presAssocID="{8A789704-8202-4C89-9D0C-99F8231C3291}" presName="childText" presStyleLbl="bgAcc1" presStyleIdx="16" presStyleCnt="31">
        <dgm:presLayoutVars>
          <dgm:bulletEnabled val="1"/>
        </dgm:presLayoutVars>
      </dgm:prSet>
      <dgm:spPr/>
    </dgm:pt>
    <dgm:pt modelId="{813499BB-061B-4827-9DE2-7AB5050F7203}" type="pres">
      <dgm:prSet presAssocID="{4B215143-5DB9-423D-AF70-C3B542895F8A}" presName="root" presStyleCnt="0"/>
      <dgm:spPr/>
    </dgm:pt>
    <dgm:pt modelId="{750C14E4-BA5E-4888-95BB-B151A4C588C4}" type="pres">
      <dgm:prSet presAssocID="{4B215143-5DB9-423D-AF70-C3B542895F8A}" presName="rootComposite" presStyleCnt="0"/>
      <dgm:spPr/>
    </dgm:pt>
    <dgm:pt modelId="{6D199B55-1456-445D-BF2B-7D9E2E040D9F}" type="pres">
      <dgm:prSet presAssocID="{4B215143-5DB9-423D-AF70-C3B542895F8A}" presName="rootText" presStyleLbl="node1" presStyleIdx="5" presStyleCnt="8"/>
      <dgm:spPr/>
    </dgm:pt>
    <dgm:pt modelId="{0F41B337-9DB3-498A-A573-C41712A976F0}" type="pres">
      <dgm:prSet presAssocID="{4B215143-5DB9-423D-AF70-C3B542895F8A}" presName="rootConnector" presStyleLbl="node1" presStyleIdx="5" presStyleCnt="8"/>
      <dgm:spPr/>
    </dgm:pt>
    <dgm:pt modelId="{168D2A3F-C7EE-4515-B57A-CD97B45F8D77}" type="pres">
      <dgm:prSet presAssocID="{4B215143-5DB9-423D-AF70-C3B542895F8A}" presName="childShape" presStyleCnt="0"/>
      <dgm:spPr/>
    </dgm:pt>
    <dgm:pt modelId="{48B66715-CA22-4D02-8EF4-6E3B12F0A406}" type="pres">
      <dgm:prSet presAssocID="{C21ED6F7-EEB6-40A4-B4C3-96CAEBE696B0}" presName="Name13" presStyleLbl="parChTrans1D2" presStyleIdx="17" presStyleCnt="31"/>
      <dgm:spPr/>
    </dgm:pt>
    <dgm:pt modelId="{E211FADB-B350-4858-9442-206B25C1B866}" type="pres">
      <dgm:prSet presAssocID="{780AD60F-7B8C-465A-9EA8-AA118F8E0264}" presName="childText" presStyleLbl="bgAcc1" presStyleIdx="17" presStyleCnt="31">
        <dgm:presLayoutVars>
          <dgm:bulletEnabled val="1"/>
        </dgm:presLayoutVars>
      </dgm:prSet>
      <dgm:spPr/>
    </dgm:pt>
    <dgm:pt modelId="{B2A929E1-FA05-466B-B434-027E869B6FD2}" type="pres">
      <dgm:prSet presAssocID="{045536A9-A1DC-40E0-B363-0340D3F60C37}" presName="Name13" presStyleLbl="parChTrans1D2" presStyleIdx="18" presStyleCnt="31"/>
      <dgm:spPr/>
    </dgm:pt>
    <dgm:pt modelId="{59A2AA9C-386C-4738-8AC0-55D33FC64CC7}" type="pres">
      <dgm:prSet presAssocID="{D230B5B0-CE59-4DCA-8566-532DDDC848E4}" presName="childText" presStyleLbl="bgAcc1" presStyleIdx="18" presStyleCnt="31">
        <dgm:presLayoutVars>
          <dgm:bulletEnabled val="1"/>
        </dgm:presLayoutVars>
      </dgm:prSet>
      <dgm:spPr/>
    </dgm:pt>
    <dgm:pt modelId="{2D1364E5-FF7B-472C-B293-F0753108FFE1}" type="pres">
      <dgm:prSet presAssocID="{FE172AE6-2A42-4CE3-9C31-C7941487053A}" presName="Name13" presStyleLbl="parChTrans1D2" presStyleIdx="19" presStyleCnt="31"/>
      <dgm:spPr/>
    </dgm:pt>
    <dgm:pt modelId="{5E0539DD-06F8-4623-8D08-C96B02107D12}" type="pres">
      <dgm:prSet presAssocID="{52D01430-79E3-41AB-B6EC-C31A99829515}" presName="childText" presStyleLbl="bgAcc1" presStyleIdx="19" presStyleCnt="31">
        <dgm:presLayoutVars>
          <dgm:bulletEnabled val="1"/>
        </dgm:presLayoutVars>
      </dgm:prSet>
      <dgm:spPr/>
    </dgm:pt>
    <dgm:pt modelId="{1CA210DB-A959-49D3-ACC7-CAA10BE728F8}" type="pres">
      <dgm:prSet presAssocID="{3BDE24C4-81F8-4E5C-8929-6F3E3D40F1A7}" presName="Name13" presStyleLbl="parChTrans1D2" presStyleIdx="20" presStyleCnt="31"/>
      <dgm:spPr/>
    </dgm:pt>
    <dgm:pt modelId="{1D0BA206-7D13-414B-AAF5-3959F09435F8}" type="pres">
      <dgm:prSet presAssocID="{520C782A-24FC-4663-B7F3-B1E54EF9BBFA}" presName="childText" presStyleLbl="bgAcc1" presStyleIdx="20" presStyleCnt="31">
        <dgm:presLayoutVars>
          <dgm:bulletEnabled val="1"/>
        </dgm:presLayoutVars>
      </dgm:prSet>
      <dgm:spPr/>
    </dgm:pt>
    <dgm:pt modelId="{54E6591B-A9E8-4C5E-87E2-1C5426D035A6}" type="pres">
      <dgm:prSet presAssocID="{B7F2F219-C18B-4DFF-BB6B-40DB79DA9CE8}" presName="Name13" presStyleLbl="parChTrans1D2" presStyleIdx="21" presStyleCnt="31"/>
      <dgm:spPr/>
    </dgm:pt>
    <dgm:pt modelId="{3FCC3207-4019-4EAC-9C92-3C5E3784510B}" type="pres">
      <dgm:prSet presAssocID="{79CDAF8E-56DA-40EC-B179-AC6DD7C738D8}" presName="childText" presStyleLbl="bgAcc1" presStyleIdx="21" presStyleCnt="31">
        <dgm:presLayoutVars>
          <dgm:bulletEnabled val="1"/>
        </dgm:presLayoutVars>
      </dgm:prSet>
      <dgm:spPr/>
    </dgm:pt>
    <dgm:pt modelId="{66533BE4-189A-40DB-B333-8F48454E422D}" type="pres">
      <dgm:prSet presAssocID="{86F2707B-055B-4DF1-A0F3-6AFBFA15899A}" presName="root" presStyleCnt="0"/>
      <dgm:spPr/>
    </dgm:pt>
    <dgm:pt modelId="{5A5F12D4-471C-4542-ADF8-DFD622A1F94D}" type="pres">
      <dgm:prSet presAssocID="{86F2707B-055B-4DF1-A0F3-6AFBFA15899A}" presName="rootComposite" presStyleCnt="0"/>
      <dgm:spPr/>
    </dgm:pt>
    <dgm:pt modelId="{0D43CCA4-5474-464C-99C9-12C0FE229990}" type="pres">
      <dgm:prSet presAssocID="{86F2707B-055B-4DF1-A0F3-6AFBFA15899A}" presName="rootText" presStyleLbl="node1" presStyleIdx="6" presStyleCnt="8"/>
      <dgm:spPr/>
    </dgm:pt>
    <dgm:pt modelId="{1EB7969C-071D-4B90-A1E7-E30D66FDAFA6}" type="pres">
      <dgm:prSet presAssocID="{86F2707B-055B-4DF1-A0F3-6AFBFA15899A}" presName="rootConnector" presStyleLbl="node1" presStyleIdx="6" presStyleCnt="8"/>
      <dgm:spPr/>
    </dgm:pt>
    <dgm:pt modelId="{22C62D49-E58D-4D63-B920-041560D8F9A0}" type="pres">
      <dgm:prSet presAssocID="{86F2707B-055B-4DF1-A0F3-6AFBFA15899A}" presName="childShape" presStyleCnt="0"/>
      <dgm:spPr/>
    </dgm:pt>
    <dgm:pt modelId="{3F21028E-42F8-444A-A033-BDC9FBAAE140}" type="pres">
      <dgm:prSet presAssocID="{7B6CC294-040B-4E13-9EDC-35FE15D89F24}" presName="Name13" presStyleLbl="parChTrans1D2" presStyleIdx="22" presStyleCnt="31"/>
      <dgm:spPr/>
    </dgm:pt>
    <dgm:pt modelId="{01F8E771-01AA-43B3-A56E-2803B1A28791}" type="pres">
      <dgm:prSet presAssocID="{6BA4FA74-955F-4037-A08A-4BE50A997FD0}" presName="childText" presStyleLbl="bgAcc1" presStyleIdx="22" presStyleCnt="31">
        <dgm:presLayoutVars>
          <dgm:bulletEnabled val="1"/>
        </dgm:presLayoutVars>
      </dgm:prSet>
      <dgm:spPr/>
    </dgm:pt>
    <dgm:pt modelId="{F045E2D1-C930-4657-AFBD-B54B05310B75}" type="pres">
      <dgm:prSet presAssocID="{368A8C97-8B14-4681-B02B-9B398D2A73EE}" presName="Name13" presStyleLbl="parChTrans1D2" presStyleIdx="23" presStyleCnt="31"/>
      <dgm:spPr/>
    </dgm:pt>
    <dgm:pt modelId="{2607B35C-ACB2-454D-8F51-CD06B3C45C9A}" type="pres">
      <dgm:prSet presAssocID="{A4C2D8CD-847F-4523-A504-C63354536353}" presName="childText" presStyleLbl="bgAcc1" presStyleIdx="23" presStyleCnt="31">
        <dgm:presLayoutVars>
          <dgm:bulletEnabled val="1"/>
        </dgm:presLayoutVars>
      </dgm:prSet>
      <dgm:spPr/>
    </dgm:pt>
    <dgm:pt modelId="{5CD83093-7D64-4A9E-8198-2816C5CA3BBA}" type="pres">
      <dgm:prSet presAssocID="{530F83DD-0055-4096-B803-E7EA4E58B512}" presName="Name13" presStyleLbl="parChTrans1D2" presStyleIdx="24" presStyleCnt="31"/>
      <dgm:spPr/>
    </dgm:pt>
    <dgm:pt modelId="{30A31D10-B255-4104-A053-BC0527946D93}" type="pres">
      <dgm:prSet presAssocID="{0F354201-0C1A-4A4A-8F42-915923582DAB}" presName="childText" presStyleLbl="bgAcc1" presStyleIdx="24" presStyleCnt="31">
        <dgm:presLayoutVars>
          <dgm:bulletEnabled val="1"/>
        </dgm:presLayoutVars>
      </dgm:prSet>
      <dgm:spPr/>
    </dgm:pt>
    <dgm:pt modelId="{4F7953B1-8E45-4EF5-808F-FA112CC2B6E1}" type="pres">
      <dgm:prSet presAssocID="{B68EB5BD-F059-4D67-A5CF-54CA698034C7}" presName="Name13" presStyleLbl="parChTrans1D2" presStyleIdx="25" presStyleCnt="31"/>
      <dgm:spPr/>
    </dgm:pt>
    <dgm:pt modelId="{12431A66-AE2A-49E9-99F4-256A54F54DF1}" type="pres">
      <dgm:prSet presAssocID="{BA7FB0E5-69B9-4739-BF9D-CB65CAD8B7B0}" presName="childText" presStyleLbl="bgAcc1" presStyleIdx="25" presStyleCnt="31">
        <dgm:presLayoutVars>
          <dgm:bulletEnabled val="1"/>
        </dgm:presLayoutVars>
      </dgm:prSet>
      <dgm:spPr/>
    </dgm:pt>
    <dgm:pt modelId="{D91A679B-94E6-49C1-86AF-496686951136}" type="pres">
      <dgm:prSet presAssocID="{6267A1E0-0E97-4243-9A84-B7F5FAFC70D0}" presName="Name13" presStyleLbl="parChTrans1D2" presStyleIdx="26" presStyleCnt="31"/>
      <dgm:spPr/>
    </dgm:pt>
    <dgm:pt modelId="{6AA8D02B-5059-4B0F-BB36-C45E40BCE7D8}" type="pres">
      <dgm:prSet presAssocID="{31DE207F-3C6F-49AD-890E-30A7F611D1E6}" presName="childText" presStyleLbl="bgAcc1" presStyleIdx="26" presStyleCnt="31">
        <dgm:presLayoutVars>
          <dgm:bulletEnabled val="1"/>
        </dgm:presLayoutVars>
      </dgm:prSet>
      <dgm:spPr/>
    </dgm:pt>
    <dgm:pt modelId="{33A5D721-8BC6-499A-B9EE-B038F3C6AA81}" type="pres">
      <dgm:prSet presAssocID="{C7F602D1-2125-47F3-B188-0BD44B2A05AB}" presName="root" presStyleCnt="0"/>
      <dgm:spPr/>
    </dgm:pt>
    <dgm:pt modelId="{CE93E32C-F51F-4361-B087-9A42B2A81DAA}" type="pres">
      <dgm:prSet presAssocID="{C7F602D1-2125-47F3-B188-0BD44B2A05AB}" presName="rootComposite" presStyleCnt="0"/>
      <dgm:spPr/>
    </dgm:pt>
    <dgm:pt modelId="{01BDE3AF-7868-452A-BBEA-77E57C4DC04A}" type="pres">
      <dgm:prSet presAssocID="{C7F602D1-2125-47F3-B188-0BD44B2A05AB}" presName="rootText" presStyleLbl="node1" presStyleIdx="7" presStyleCnt="8"/>
      <dgm:spPr/>
    </dgm:pt>
    <dgm:pt modelId="{516A0880-BB3C-4C64-B51A-E9901CBADF36}" type="pres">
      <dgm:prSet presAssocID="{C7F602D1-2125-47F3-B188-0BD44B2A05AB}" presName="rootConnector" presStyleLbl="node1" presStyleIdx="7" presStyleCnt="8"/>
      <dgm:spPr/>
    </dgm:pt>
    <dgm:pt modelId="{FB7E83B7-2370-458E-AFF7-81286F2A7F23}" type="pres">
      <dgm:prSet presAssocID="{C7F602D1-2125-47F3-B188-0BD44B2A05AB}" presName="childShape" presStyleCnt="0"/>
      <dgm:spPr/>
    </dgm:pt>
    <dgm:pt modelId="{E79C782E-9187-4BE1-907A-4380F9B0AB4F}" type="pres">
      <dgm:prSet presAssocID="{FC541FC5-355D-4B1C-8D3A-304D43ED9E0E}" presName="Name13" presStyleLbl="parChTrans1D2" presStyleIdx="27" presStyleCnt="31"/>
      <dgm:spPr/>
    </dgm:pt>
    <dgm:pt modelId="{683E81F4-397C-4D9F-8FB7-C0D775022EF5}" type="pres">
      <dgm:prSet presAssocID="{C4CB8716-1FAD-4DBD-8102-C01E013601A0}" presName="childText" presStyleLbl="bgAcc1" presStyleIdx="27" presStyleCnt="31">
        <dgm:presLayoutVars>
          <dgm:bulletEnabled val="1"/>
        </dgm:presLayoutVars>
      </dgm:prSet>
      <dgm:spPr/>
    </dgm:pt>
    <dgm:pt modelId="{9964D718-496B-4D70-B52A-8A2D1AA2C910}" type="pres">
      <dgm:prSet presAssocID="{551A1E1E-17FE-4CF5-BF8C-78CB6FB218E4}" presName="Name13" presStyleLbl="parChTrans1D2" presStyleIdx="28" presStyleCnt="31"/>
      <dgm:spPr/>
    </dgm:pt>
    <dgm:pt modelId="{D1A635A6-EACD-4B93-AEED-069FDB139CF7}" type="pres">
      <dgm:prSet presAssocID="{3FEA3A37-4F82-44CD-AC53-B1636D674FCE}" presName="childText" presStyleLbl="bgAcc1" presStyleIdx="28" presStyleCnt="31">
        <dgm:presLayoutVars>
          <dgm:bulletEnabled val="1"/>
        </dgm:presLayoutVars>
      </dgm:prSet>
      <dgm:spPr/>
    </dgm:pt>
    <dgm:pt modelId="{A21A5485-B6D9-4B3E-AADE-1F831D9CEB68}" type="pres">
      <dgm:prSet presAssocID="{9D667549-DD22-463B-AC8F-2387452DDFAC}" presName="Name13" presStyleLbl="parChTrans1D2" presStyleIdx="29" presStyleCnt="31"/>
      <dgm:spPr/>
    </dgm:pt>
    <dgm:pt modelId="{6B92169C-FAA0-487A-B83A-CEC4CC3CFCDE}" type="pres">
      <dgm:prSet presAssocID="{491C25B3-A576-40D1-9A09-831A156E4468}" presName="childText" presStyleLbl="bgAcc1" presStyleIdx="29" presStyleCnt="31">
        <dgm:presLayoutVars>
          <dgm:bulletEnabled val="1"/>
        </dgm:presLayoutVars>
      </dgm:prSet>
      <dgm:spPr/>
    </dgm:pt>
    <dgm:pt modelId="{04F38966-5FF4-4185-9444-4EAF68F1AB42}" type="pres">
      <dgm:prSet presAssocID="{B8018A4C-FC18-418B-8B21-6217B4E03CC4}" presName="Name13" presStyleLbl="parChTrans1D2" presStyleIdx="30" presStyleCnt="31"/>
      <dgm:spPr/>
    </dgm:pt>
    <dgm:pt modelId="{AF80209A-B748-4FF3-AACA-2822DCB2EFEB}" type="pres">
      <dgm:prSet presAssocID="{0FCDE6A2-043C-4B2C-A416-39D2D3E26B00}" presName="childText" presStyleLbl="bgAcc1" presStyleIdx="30" presStyleCnt="31">
        <dgm:presLayoutVars>
          <dgm:bulletEnabled val="1"/>
        </dgm:presLayoutVars>
      </dgm:prSet>
      <dgm:spPr/>
    </dgm:pt>
  </dgm:ptLst>
  <dgm:cxnLst>
    <dgm:cxn modelId="{2ACDC103-0574-418E-95C0-AB81E46DF23D}" srcId="{4B215143-5DB9-423D-AF70-C3B542895F8A}" destId="{520C782A-24FC-4663-B7F3-B1E54EF9BBFA}" srcOrd="3" destOrd="0" parTransId="{3BDE24C4-81F8-4E5C-8929-6F3E3D40F1A7}" sibTransId="{A9CD93A0-0CC6-4E3A-A2D4-4207DDDF8895}"/>
    <dgm:cxn modelId="{9C3C1E04-FCC4-4ED5-8BBE-A16490E9135A}" type="presOf" srcId="{4B81D00C-BE2A-4E30-B80B-FDC583EF0D5F}" destId="{EA9809D9-B50A-4D50-91CD-522CDA52FE02}" srcOrd="0" destOrd="0" presId="urn:microsoft.com/office/officeart/2005/8/layout/hierarchy3"/>
    <dgm:cxn modelId="{E8CB7604-D56F-427C-AF82-3DD0D7A726B9}" type="presOf" srcId="{128FA247-749E-406D-BD50-4D2FFB2A284D}" destId="{729382CD-8B46-4434-BC3F-FFFC26E886B7}" srcOrd="0" destOrd="0" presId="urn:microsoft.com/office/officeart/2005/8/layout/hierarchy3"/>
    <dgm:cxn modelId="{3027EE06-BE78-4CF3-95F0-BC63A239C6B2}" type="presOf" srcId="{BA7FB0E5-69B9-4739-BF9D-CB65CAD8B7B0}" destId="{12431A66-AE2A-49E9-99F4-256A54F54DF1}" srcOrd="0" destOrd="0" presId="urn:microsoft.com/office/officeart/2005/8/layout/hierarchy3"/>
    <dgm:cxn modelId="{15A16F08-BFA3-48D1-A7FB-6794D86C7B97}" type="presOf" srcId="{827F6A0E-B5B0-4B1C-99D3-B95AB9F2DF57}" destId="{6E57061C-2717-4546-B531-B60175AE71EC}" srcOrd="0" destOrd="0" presId="urn:microsoft.com/office/officeart/2005/8/layout/hierarchy3"/>
    <dgm:cxn modelId="{37D3170A-6D39-4992-9056-348708E9B7C0}" srcId="{1988B74C-AEAD-4087-AC38-58D573FE307C}" destId="{FCB0D21D-6FA2-4AC5-A990-00863461109B}" srcOrd="2" destOrd="0" parTransId="{B88CA0F5-4174-4B55-959C-E8189FB5E41C}" sibTransId="{D0CABE00-C696-408F-BF79-F99E13B881B1}"/>
    <dgm:cxn modelId="{6789B40F-DF87-4B32-B4B3-4F2BB657F8DF}" srcId="{4088DE1E-45C3-45A0-AEA8-BAFCD268CBC8}" destId="{60A271DF-662F-40A7-AAED-AFBFE39AFB58}" srcOrd="5" destOrd="0" parTransId="{39B834A3-9E17-4BE3-ABDA-DDFFFF012F72}" sibTransId="{837C3B5F-208E-4FEE-870F-33FA1F39A9D2}"/>
    <dgm:cxn modelId="{715A8410-3596-4D0B-9F4D-20C23C13CD69}" type="presOf" srcId="{1988B74C-AEAD-4087-AC38-58D573FE307C}" destId="{F3C66090-519D-4782-9709-093AED0A9E57}" srcOrd="1" destOrd="0" presId="urn:microsoft.com/office/officeart/2005/8/layout/hierarchy3"/>
    <dgm:cxn modelId="{B66D7012-030E-43DC-8DD9-B83C4602A178}" type="presOf" srcId="{A400B8B4-C455-4F4F-A98A-8771178A71E9}" destId="{8DABC8A1-F321-4D53-883A-EDA55482A944}" srcOrd="0" destOrd="0" presId="urn:microsoft.com/office/officeart/2005/8/layout/hierarchy3"/>
    <dgm:cxn modelId="{A40F0B13-9973-478F-9663-C37F28CFDE9B}" type="presOf" srcId="{00BDA92F-B604-4A76-BF1B-A5FCF6482100}" destId="{47C53E85-C439-46BA-B6F0-31F67D74A7CF}" srcOrd="0" destOrd="0" presId="urn:microsoft.com/office/officeart/2005/8/layout/hierarchy3"/>
    <dgm:cxn modelId="{E1C8B814-D7B1-4410-AB8D-1545C76D9364}" type="presOf" srcId="{B47988E7-78F1-4102-86EF-0395C9241BDE}" destId="{897B28A2-05AF-411C-A4F8-14CB111ED3DC}" srcOrd="0" destOrd="0" presId="urn:microsoft.com/office/officeart/2005/8/layout/hierarchy3"/>
    <dgm:cxn modelId="{0278EE15-B252-4D49-8724-93D3F35073E6}" type="presOf" srcId="{3FEA3A37-4F82-44CD-AC53-B1636D674FCE}" destId="{D1A635A6-EACD-4B93-AEED-069FDB139CF7}" srcOrd="0" destOrd="0" presId="urn:microsoft.com/office/officeart/2005/8/layout/hierarchy3"/>
    <dgm:cxn modelId="{0F3D0A16-865C-4CD0-98BB-A209C4DEC93B}" srcId="{92E71353-96E4-44AF-980F-4CE637277307}" destId="{4D970B22-E596-47C4-8F3B-45799FDAE79E}" srcOrd="3" destOrd="0" parTransId="{A79EF838-0383-4E9B-A1A5-F52E2ED78DF0}" sibTransId="{7EC0E96C-DA8C-448E-8169-FC449204180D}"/>
    <dgm:cxn modelId="{0FED4917-DCFD-43FD-A278-6ECA1E2D58B6}" type="presOf" srcId="{5BFFFFCA-B512-4FDA-ABC2-021A5189CC25}" destId="{410BD888-3EA2-4CB5-BD45-2E427B867C58}" srcOrd="0" destOrd="0" presId="urn:microsoft.com/office/officeart/2005/8/layout/hierarchy3"/>
    <dgm:cxn modelId="{BF592719-359C-410F-BDF0-72D027830656}" type="presOf" srcId="{B68EB5BD-F059-4D67-A5CF-54CA698034C7}" destId="{4F7953B1-8E45-4EF5-808F-FA112CC2B6E1}" srcOrd="0" destOrd="0" presId="urn:microsoft.com/office/officeart/2005/8/layout/hierarchy3"/>
    <dgm:cxn modelId="{95487719-B566-4A3A-BFA8-39F94911D6C1}" type="presOf" srcId="{3806C85D-F940-4C98-BB3C-2856FC238056}" destId="{C067F209-D774-4F1C-931F-C4E4FA3BDB01}" srcOrd="0" destOrd="0" presId="urn:microsoft.com/office/officeart/2005/8/layout/hierarchy3"/>
    <dgm:cxn modelId="{C842AB19-606C-4C08-8DC2-1054DCF7EFF6}" type="presOf" srcId="{A79EF838-0383-4E9B-A1A5-F52E2ED78DF0}" destId="{344612A8-18B0-4F94-AE05-FDCAFB95AAB6}" srcOrd="0" destOrd="0" presId="urn:microsoft.com/office/officeart/2005/8/layout/hierarchy3"/>
    <dgm:cxn modelId="{0FCCC41B-6E96-43D6-92B7-EA0F3E54730B}" type="presOf" srcId="{962235ED-A557-46B0-943A-F2E2798D8857}" destId="{07F679B5-2EE3-4EF1-8E6E-A2CD7392E3C6}" srcOrd="0" destOrd="0" presId="urn:microsoft.com/office/officeart/2005/8/layout/hierarchy3"/>
    <dgm:cxn modelId="{0DCFE31C-6B82-46C8-8FA0-F8081DEEFCC4}" type="presOf" srcId="{551A1E1E-17FE-4CF5-BF8C-78CB6FB218E4}" destId="{9964D718-496B-4D70-B52A-8A2D1AA2C910}" srcOrd="0" destOrd="0" presId="urn:microsoft.com/office/officeart/2005/8/layout/hierarchy3"/>
    <dgm:cxn modelId="{A578A620-4EEE-4E16-B074-A3AB60419856}" srcId="{92E71353-96E4-44AF-980F-4CE637277307}" destId="{F4A497A2-F333-4A60-B210-415BFBD654D3}" srcOrd="2" destOrd="0" parTransId="{128FA247-749E-406D-BD50-4D2FFB2A284D}" sibTransId="{A803D342-24DE-4D74-85A1-AABF73C2CD15}"/>
    <dgm:cxn modelId="{851DA929-E360-4C76-9F21-9BFD23BF7224}" type="presOf" srcId="{7B6CC294-040B-4E13-9EDC-35FE15D89F24}" destId="{3F21028E-42F8-444A-A033-BDC9FBAAE140}" srcOrd="0" destOrd="0" presId="urn:microsoft.com/office/officeart/2005/8/layout/hierarchy3"/>
    <dgm:cxn modelId="{EDE8C22C-E1D6-4780-86D2-EC0FC3D42502}" srcId="{4D4433A8-58F4-4FC4-B0EF-2A0B9229C137}" destId="{962235ED-A557-46B0-943A-F2E2798D8857}" srcOrd="0" destOrd="0" parTransId="{F6ECA640-0665-4F37-9F60-0CF9BF8EA4FE}" sibTransId="{9165B17D-420E-4562-94B7-C8B3131AEDD8}"/>
    <dgm:cxn modelId="{2B3C2630-ECCA-4664-877C-2179ACA10882}" type="presOf" srcId="{C4CB8716-1FAD-4DBD-8102-C01E013601A0}" destId="{683E81F4-397C-4D9F-8FB7-C0D775022EF5}" srcOrd="0" destOrd="0" presId="urn:microsoft.com/office/officeart/2005/8/layout/hierarchy3"/>
    <dgm:cxn modelId="{49895D31-0AD5-4975-AA72-BCA697DEF018}" type="presOf" srcId="{86F2707B-055B-4DF1-A0F3-6AFBFA15899A}" destId="{1EB7969C-071D-4B90-A1E7-E30D66FDAFA6}" srcOrd="1" destOrd="0" presId="urn:microsoft.com/office/officeart/2005/8/layout/hierarchy3"/>
    <dgm:cxn modelId="{A0ECE331-1972-44F7-AAC8-A69FFA8EE1DD}" srcId="{4D4433A8-58F4-4FC4-B0EF-2A0B9229C137}" destId="{167409C3-40E8-4C2B-B6C1-0F16A2D51B85}" srcOrd="2" destOrd="0" parTransId="{DE70348C-10CC-4BE8-9E7E-98FA6B0AD388}" sibTransId="{3828473F-D286-4FE6-953F-A686B1FBCC59}"/>
    <dgm:cxn modelId="{0A7B0432-07A9-44CA-90AA-D9BA3D2EBDD1}" type="presOf" srcId="{BF3758E5-7F22-440B-AB6D-75737F640816}" destId="{D7B6265F-D28D-450F-A708-3A405A2618DB}" srcOrd="0" destOrd="0" presId="urn:microsoft.com/office/officeart/2005/8/layout/hierarchy3"/>
    <dgm:cxn modelId="{17D6CE37-7474-4915-AFDF-391C02294173}" type="presOf" srcId="{3BDE24C4-81F8-4E5C-8929-6F3E3D40F1A7}" destId="{1CA210DB-A959-49D3-ACC7-CAA10BE728F8}" srcOrd="0" destOrd="0" presId="urn:microsoft.com/office/officeart/2005/8/layout/hierarchy3"/>
    <dgm:cxn modelId="{EBA2F438-8C9A-488E-A9D3-B42A3D30223C}" type="presOf" srcId="{79CDAF8E-56DA-40EC-B179-AC6DD7C738D8}" destId="{3FCC3207-4019-4EAC-9C92-3C5E3784510B}" srcOrd="0" destOrd="0" presId="urn:microsoft.com/office/officeart/2005/8/layout/hierarchy3"/>
    <dgm:cxn modelId="{0EC64339-1E15-447A-85EC-C755E4E79EDE}" type="presOf" srcId="{4088DE1E-45C3-45A0-AEA8-BAFCD268CBC8}" destId="{C45C27E6-7778-42DB-B16B-CCD29B7861F5}" srcOrd="1" destOrd="0" presId="urn:microsoft.com/office/officeart/2005/8/layout/hierarchy3"/>
    <dgm:cxn modelId="{CC1C7A3C-F65C-4D8C-9857-4178EDD5482D}" srcId="{167409C3-40E8-4C2B-B6C1-0F16A2D51B85}" destId="{4B81D00C-BE2A-4E30-B80B-FDC583EF0D5F}" srcOrd="1" destOrd="0" parTransId="{F74612C7-70D6-4E74-867C-C15257EA294B}" sibTransId="{84756911-F455-47EE-B1AF-A67434D615CB}"/>
    <dgm:cxn modelId="{E09C903F-AF21-47DE-845B-104F9885AE09}" srcId="{1988B74C-AEAD-4087-AC38-58D573FE307C}" destId="{66BC1D5D-7582-4A99-9A46-9DF9E6B4A032}" srcOrd="0" destOrd="0" parTransId="{BF3758E5-7F22-440B-AB6D-75737F640816}" sibTransId="{DB11911E-5F4F-41F2-80B7-46B1BBDE71E8}"/>
    <dgm:cxn modelId="{976CFF5B-5365-4623-9AD8-D8BE5482B8C3}" type="presOf" srcId="{530F83DD-0055-4096-B803-E7EA4E58B512}" destId="{5CD83093-7D64-4A9E-8198-2816C5CA3BBA}" srcOrd="0" destOrd="0" presId="urn:microsoft.com/office/officeart/2005/8/layout/hierarchy3"/>
    <dgm:cxn modelId="{B131105D-3174-4ADD-B26C-7A4DF4C92FBA}" type="presOf" srcId="{52D01430-79E3-41AB-B6EC-C31A99829515}" destId="{5E0539DD-06F8-4623-8D08-C96B02107D12}" srcOrd="0" destOrd="0" presId="urn:microsoft.com/office/officeart/2005/8/layout/hierarchy3"/>
    <dgm:cxn modelId="{741CC95D-0F1D-429C-B0AC-547C9B1940D4}" srcId="{4D4433A8-58F4-4FC4-B0EF-2A0B9229C137}" destId="{C7F602D1-2125-47F3-B188-0BD44B2A05AB}" srcOrd="7" destOrd="0" parTransId="{83FAA81F-10F2-4654-AC57-B7E0B3C91790}" sibTransId="{1D4BD4DD-BB48-455F-92FF-23536B6DBE8C}"/>
    <dgm:cxn modelId="{EB04B05F-5308-4042-9E20-966CE43DE172}" type="presOf" srcId="{7BF93BD8-579A-4C20-9168-548D4AC03C0C}" destId="{4F056781-6671-42B7-BA88-25502755FFBD}" srcOrd="0" destOrd="0" presId="urn:microsoft.com/office/officeart/2005/8/layout/hierarchy3"/>
    <dgm:cxn modelId="{78ED9841-B305-4D31-A1A9-2821C95CD788}" srcId="{86F2707B-055B-4DF1-A0F3-6AFBFA15899A}" destId="{6BA4FA74-955F-4037-A08A-4BE50A997FD0}" srcOrd="0" destOrd="0" parTransId="{7B6CC294-040B-4E13-9EDC-35FE15D89F24}" sibTransId="{A1ECF020-C456-4393-A300-8EE0EA4DD60F}"/>
    <dgm:cxn modelId="{CD47B361-D000-4F4E-BB7A-708C4C7F29D3}" type="presOf" srcId="{92E71353-96E4-44AF-980F-4CE637277307}" destId="{83B786A0-3A58-4E96-9005-843DAE2880EA}" srcOrd="0" destOrd="0" presId="urn:microsoft.com/office/officeart/2005/8/layout/hierarchy3"/>
    <dgm:cxn modelId="{3D03D641-52F3-4084-B22F-F7E8F9FF14C6}" type="presOf" srcId="{C7F602D1-2125-47F3-B188-0BD44B2A05AB}" destId="{01BDE3AF-7868-452A-BBEA-77E57C4DC04A}" srcOrd="0" destOrd="0" presId="urn:microsoft.com/office/officeart/2005/8/layout/hierarchy3"/>
    <dgm:cxn modelId="{2F225C42-EE5C-442C-9B44-9F474A935CD1}" type="presOf" srcId="{0CA8EC8A-9ACD-440F-8E9A-8D39287C8968}" destId="{C797BEC8-AD63-4703-88C2-36C0C0C2362B}" srcOrd="0" destOrd="0" presId="urn:microsoft.com/office/officeart/2005/8/layout/hierarchy3"/>
    <dgm:cxn modelId="{99724362-BE0F-4CE5-AE27-94C6600F1F19}" type="presOf" srcId="{66D44DD9-D439-484C-B85B-8C1EBA5ACE75}" destId="{2939572B-5D56-422A-9B28-34C1A75D338A}" srcOrd="0" destOrd="0" presId="urn:microsoft.com/office/officeart/2005/8/layout/hierarchy3"/>
    <dgm:cxn modelId="{E7869C62-F0DA-48E5-BA27-CC61B02E94A7}" type="presOf" srcId="{520C782A-24FC-4663-B7F3-B1E54EF9BBFA}" destId="{1D0BA206-7D13-414B-AAF5-3959F09435F8}" srcOrd="0" destOrd="0" presId="urn:microsoft.com/office/officeart/2005/8/layout/hierarchy3"/>
    <dgm:cxn modelId="{C0B53A65-AD22-4D29-90D3-B5785116A6D9}" type="presOf" srcId="{B8018A4C-FC18-418B-8B21-6217B4E03CC4}" destId="{04F38966-5FF4-4185-9444-4EAF68F1AB42}" srcOrd="0" destOrd="0" presId="urn:microsoft.com/office/officeart/2005/8/layout/hierarchy3"/>
    <dgm:cxn modelId="{10217366-9444-48FF-88CA-5BDB98AADCBD}" type="presOf" srcId="{4D970B22-E596-47C4-8F3B-45799FDAE79E}" destId="{0C9FEFF8-6ACC-47EF-9910-F37729AC5971}" srcOrd="0" destOrd="0" presId="urn:microsoft.com/office/officeart/2005/8/layout/hierarchy3"/>
    <dgm:cxn modelId="{2A565A46-F530-42BB-B3DC-EBA372DD4743}" srcId="{86F2707B-055B-4DF1-A0F3-6AFBFA15899A}" destId="{A4C2D8CD-847F-4523-A504-C63354536353}" srcOrd="1" destOrd="0" parTransId="{368A8C97-8B14-4681-B02B-9B398D2A73EE}" sibTransId="{8131C2BC-F0D2-4840-B751-26A8A4F10CDF}"/>
    <dgm:cxn modelId="{4697F149-5EC7-43AC-B1B0-B0AB8799453F}" type="presOf" srcId="{EF7EA87B-B5FC-4C84-A1CF-89483AAE9A83}" destId="{67C8F6D0-2A70-4064-BF87-FF3146A4E679}" srcOrd="0" destOrd="0" presId="urn:microsoft.com/office/officeart/2005/8/layout/hierarchy3"/>
    <dgm:cxn modelId="{C3A57C6B-E662-4860-8EB0-7964FB52E364}" type="presOf" srcId="{66BC1D5D-7582-4A99-9A46-9DF9E6B4A032}" destId="{83279F6E-6196-4BCC-8AE9-EAB2390FFBB4}" srcOrd="0" destOrd="0" presId="urn:microsoft.com/office/officeart/2005/8/layout/hierarchy3"/>
    <dgm:cxn modelId="{B3CF1B6C-94F6-4799-A0AE-F2A93C27D1DF}" type="presOf" srcId="{60A271DF-662F-40A7-AAED-AFBFE39AFB58}" destId="{590DB56E-1FD8-42ED-BAA4-DD9D496C9DF1}" srcOrd="0" destOrd="0" presId="urn:microsoft.com/office/officeart/2005/8/layout/hierarchy3"/>
    <dgm:cxn modelId="{E05ED24C-4F83-486B-BD34-9E167BE96EDA}" type="presOf" srcId="{C21ED6F7-EEB6-40A4-B4C3-96CAEBE696B0}" destId="{48B66715-CA22-4D02-8EF4-6E3B12F0A406}" srcOrd="0" destOrd="0" presId="urn:microsoft.com/office/officeart/2005/8/layout/hierarchy3"/>
    <dgm:cxn modelId="{B39FF56D-4D9C-4DDC-8695-B110A380147B}" srcId="{4D4433A8-58F4-4FC4-B0EF-2A0B9229C137}" destId="{4088DE1E-45C3-45A0-AEA8-BAFCD268CBC8}" srcOrd="1" destOrd="0" parTransId="{842ECD3F-7024-4595-889C-42CC73BD34C5}" sibTransId="{6489F96F-88DD-42FE-849C-83F17675644A}"/>
    <dgm:cxn modelId="{0C03016F-145B-47D2-9E40-7082FDA547FE}" type="presOf" srcId="{1988B74C-AEAD-4087-AC38-58D573FE307C}" destId="{9BEBB5E7-C704-4016-869C-953B84609848}" srcOrd="0" destOrd="0" presId="urn:microsoft.com/office/officeart/2005/8/layout/hierarchy3"/>
    <dgm:cxn modelId="{DE3CFF51-CD44-4617-98BF-0CFF80850FC9}" srcId="{1988B74C-AEAD-4087-AC38-58D573FE307C}" destId="{C8650B5B-4041-421B-BEE6-1CDC35202EEA}" srcOrd="1" destOrd="0" parTransId="{4D4A41C8-6F30-468F-93D3-43A971CB9137}" sibTransId="{27710B07-0D38-4464-8862-8FABCCF83E1E}"/>
    <dgm:cxn modelId="{D4033272-A0D7-4401-B535-71E1ECAAB36B}" srcId="{86F2707B-055B-4DF1-A0F3-6AFBFA15899A}" destId="{BA7FB0E5-69B9-4739-BF9D-CB65CAD8B7B0}" srcOrd="3" destOrd="0" parTransId="{B68EB5BD-F059-4D67-A5CF-54CA698034C7}" sibTransId="{8C10D859-7F00-4410-890D-8D26658685A7}"/>
    <dgm:cxn modelId="{C10F8773-40C1-4862-AECA-67C2701CE627}" srcId="{4088DE1E-45C3-45A0-AEA8-BAFCD268CBC8}" destId="{D77E1082-4309-451D-9FBC-AF1A46C6D748}" srcOrd="2" destOrd="0" parTransId="{DFCC4BFF-465A-4E26-8727-18641F9FC1A1}" sibTransId="{E944D453-4463-409F-BE7C-A7647560D964}"/>
    <dgm:cxn modelId="{D12CA653-0CD7-4178-8494-3718FC3A1484}" type="presOf" srcId="{167409C3-40E8-4C2B-B6C1-0F16A2D51B85}" destId="{260F4F0E-FEDF-4E58-9EBB-389EC6276032}" srcOrd="0" destOrd="0" presId="urn:microsoft.com/office/officeart/2005/8/layout/hierarchy3"/>
    <dgm:cxn modelId="{865B8F54-93FC-4374-8EAC-2FE3AE68F155}" srcId="{4088DE1E-45C3-45A0-AEA8-BAFCD268CBC8}" destId="{03E7FD69-2A8B-45D1-B33D-6E6159F52C70}" srcOrd="3" destOrd="0" parTransId="{C4E34CE5-8DAB-4014-9F61-5A47FD1A5B6B}" sibTransId="{EB5DD548-7F75-4840-B94E-CA77FA3E26CA}"/>
    <dgm:cxn modelId="{A2264E56-9A8E-41EE-A81E-DBB69D758F31}" type="presOf" srcId="{0FCDE6A2-043C-4B2C-A416-39D2D3E26B00}" destId="{AF80209A-B748-4FF3-AACA-2822DCB2EFEB}" srcOrd="0" destOrd="0" presId="urn:microsoft.com/office/officeart/2005/8/layout/hierarchy3"/>
    <dgm:cxn modelId="{82872677-AFCE-4BE0-84C8-55FF35EAE233}" srcId="{1988B74C-AEAD-4087-AC38-58D573FE307C}" destId="{8A789704-8202-4C89-9D0C-99F8231C3291}" srcOrd="3" destOrd="0" parTransId="{B47988E7-78F1-4102-86EF-0395C9241BDE}" sibTransId="{EBFB0AB5-B5B7-4912-AB25-08B692ADF998}"/>
    <dgm:cxn modelId="{62C0DD77-B414-4081-B958-8098D30D4539}" type="presOf" srcId="{167409C3-40E8-4C2B-B6C1-0F16A2D51B85}" destId="{40732002-E189-449F-B6A6-5C4188F7F2DF}" srcOrd="1" destOrd="0" presId="urn:microsoft.com/office/officeart/2005/8/layout/hierarchy3"/>
    <dgm:cxn modelId="{5444C17C-0D3A-45B5-AAA7-308047B24DAA}" srcId="{167409C3-40E8-4C2B-B6C1-0F16A2D51B85}" destId="{827F6A0E-B5B0-4B1C-99D3-B95AB9F2DF57}" srcOrd="0" destOrd="0" parTransId="{A9E0BE80-980C-4D96-AC98-6EEA4A025ECE}" sibTransId="{CB8C31D7-68B9-4535-8FA9-D5A2935E4FF1}"/>
    <dgm:cxn modelId="{78715583-A052-49C9-A16C-39B4D8965A9E}" type="presOf" srcId="{4B215143-5DB9-423D-AF70-C3B542895F8A}" destId="{0F41B337-9DB3-498A-A573-C41712A976F0}" srcOrd="1" destOrd="0" presId="urn:microsoft.com/office/officeart/2005/8/layout/hierarchy3"/>
    <dgm:cxn modelId="{65648B83-3FB9-4AA1-8DC0-3D586401CC9F}" type="presOf" srcId="{C6F4026E-6FB7-4DE7-B9CA-B5A0E7899D00}" destId="{77A1D505-2DF7-43DC-BE14-7F6E9D72D8E3}" srcOrd="0" destOrd="0" presId="urn:microsoft.com/office/officeart/2005/8/layout/hierarchy3"/>
    <dgm:cxn modelId="{66ED9983-9040-4B95-A3C4-A6CFD99562FA}" type="presOf" srcId="{C8650B5B-4041-421B-BEE6-1CDC35202EEA}" destId="{D9059628-8BC7-4753-BC34-C14A9902F81E}" srcOrd="0" destOrd="0" presId="urn:microsoft.com/office/officeart/2005/8/layout/hierarchy3"/>
    <dgm:cxn modelId="{796E2585-9C04-4892-B246-E40ACA28ACA2}" type="presOf" srcId="{9D667549-DD22-463B-AC8F-2387452DDFAC}" destId="{A21A5485-B6D9-4B3E-AADE-1F831D9CEB68}" srcOrd="0" destOrd="0" presId="urn:microsoft.com/office/officeart/2005/8/layout/hierarchy3"/>
    <dgm:cxn modelId="{827DA188-FE02-467A-902E-1AE1D079AB5F}" type="presOf" srcId="{FC541FC5-355D-4B1C-8D3A-304D43ED9E0E}" destId="{E79C782E-9187-4BE1-907A-4380F9B0AB4F}" srcOrd="0" destOrd="0" presId="urn:microsoft.com/office/officeart/2005/8/layout/hierarchy3"/>
    <dgm:cxn modelId="{9284798A-405B-4ED5-AC9C-4D3F0AB12038}" srcId="{4D4433A8-58F4-4FC4-B0EF-2A0B9229C137}" destId="{92E71353-96E4-44AF-980F-4CE637277307}" srcOrd="3" destOrd="0" parTransId="{7C46A523-1250-40DE-94E6-850C0607145C}" sibTransId="{016A37FD-7687-45D9-9EE9-571AAD9451FE}"/>
    <dgm:cxn modelId="{A80AEA8B-5A57-4FE1-8558-7C26EDAD6B7E}" srcId="{C7F602D1-2125-47F3-B188-0BD44B2A05AB}" destId="{3FEA3A37-4F82-44CD-AC53-B1636D674FCE}" srcOrd="1" destOrd="0" parTransId="{551A1E1E-17FE-4CF5-BF8C-78CB6FB218E4}" sibTransId="{A817EB80-3243-4694-A307-ED49AD6EF393}"/>
    <dgm:cxn modelId="{406AF48B-9F29-4C66-8F97-806F08C22AEA}" type="presOf" srcId="{FE172AE6-2A42-4CE3-9C31-C7941487053A}" destId="{2D1364E5-FF7B-472C-B293-F0753108FFE1}" srcOrd="0" destOrd="0" presId="urn:microsoft.com/office/officeart/2005/8/layout/hierarchy3"/>
    <dgm:cxn modelId="{D8E1538D-F445-4E90-84A8-7548712D50C6}" srcId="{92E71353-96E4-44AF-980F-4CE637277307}" destId="{C6F4026E-6FB7-4DE7-B9CA-B5A0E7899D00}" srcOrd="1" destOrd="0" parTransId="{5BFFFFCA-B512-4FDA-ABC2-021A5189CC25}" sibTransId="{FB3C2DF5-B078-4DF0-B377-5DF1557E8940}"/>
    <dgm:cxn modelId="{7D666E8E-F7CA-47C6-874C-0CF055728B61}" type="presOf" srcId="{0F354201-0C1A-4A4A-8F42-915923582DAB}" destId="{30A31D10-B255-4104-A053-BC0527946D93}" srcOrd="0" destOrd="0" presId="urn:microsoft.com/office/officeart/2005/8/layout/hierarchy3"/>
    <dgm:cxn modelId="{04EC8390-D91C-42FD-AD3F-95D9D61ABA61}" srcId="{4D4433A8-58F4-4FC4-B0EF-2A0B9229C137}" destId="{4B215143-5DB9-423D-AF70-C3B542895F8A}" srcOrd="5" destOrd="0" parTransId="{3463E9D7-7464-49CD-9DCF-3D7E0CAB531E}" sibTransId="{207FB8CD-F722-4BD5-A239-9F0B09AE2942}"/>
    <dgm:cxn modelId="{24042091-0C44-44ED-99F6-D6FC413FD075}" type="presOf" srcId="{C7F602D1-2125-47F3-B188-0BD44B2A05AB}" destId="{516A0880-BB3C-4C64-B51A-E9901CBADF36}" srcOrd="1" destOrd="0" presId="urn:microsoft.com/office/officeart/2005/8/layout/hierarchy3"/>
    <dgm:cxn modelId="{09B9F097-26B2-42CE-973A-2CB1DD46DE39}" type="presOf" srcId="{B7F2F219-C18B-4DFF-BB6B-40DB79DA9CE8}" destId="{54E6591B-A9E8-4C5E-87E2-1C5426D035A6}" srcOrd="0" destOrd="0" presId="urn:microsoft.com/office/officeart/2005/8/layout/hierarchy3"/>
    <dgm:cxn modelId="{990FEB98-7920-447D-80AA-DE1E0DCFA620}" type="presOf" srcId="{D77E1082-4309-451D-9FBC-AF1A46C6D748}" destId="{A34023EE-03C6-4F9E-843B-B1399C6676D0}" srcOrd="0" destOrd="0" presId="urn:microsoft.com/office/officeart/2005/8/layout/hierarchy3"/>
    <dgm:cxn modelId="{3754AF9A-3BBE-439A-B5C9-056DAE6505A7}" type="presOf" srcId="{491C25B3-A576-40D1-9A09-831A156E4468}" destId="{6B92169C-FAA0-487A-B83A-CEC4CC3CFCDE}" srcOrd="0" destOrd="0" presId="urn:microsoft.com/office/officeart/2005/8/layout/hierarchy3"/>
    <dgm:cxn modelId="{1C5C099E-A1E3-4AD7-A524-39726A6689FA}" type="presOf" srcId="{D4EF31BF-64ED-4E0C-8400-2A21B6729322}" destId="{93254664-546A-4C5C-B2D0-2B5ADAEE8171}" srcOrd="0" destOrd="0" presId="urn:microsoft.com/office/officeart/2005/8/layout/hierarchy3"/>
    <dgm:cxn modelId="{417CF09E-C354-4DEA-8300-3EEA65B5BF68}" type="presOf" srcId="{DFCC4BFF-465A-4E26-8727-18641F9FC1A1}" destId="{CEF962F3-12D6-43E8-B259-48590E6F4485}" srcOrd="0" destOrd="0" presId="urn:microsoft.com/office/officeart/2005/8/layout/hierarchy3"/>
    <dgm:cxn modelId="{2194EFA1-B42B-46D8-8D4F-624F1172A67D}" type="presOf" srcId="{045536A9-A1DC-40E0-B363-0340D3F60C37}" destId="{B2A929E1-FA05-466B-B434-027E869B6FD2}" srcOrd="0" destOrd="0" presId="urn:microsoft.com/office/officeart/2005/8/layout/hierarchy3"/>
    <dgm:cxn modelId="{1501BBA4-8601-46E7-B308-E9BC019CFCB1}" type="presOf" srcId="{4D4A41C8-6F30-468F-93D3-43A971CB9137}" destId="{7E5948D4-E30C-431D-9A8B-A2A4313F0E22}" srcOrd="0" destOrd="0" presId="urn:microsoft.com/office/officeart/2005/8/layout/hierarchy3"/>
    <dgm:cxn modelId="{7BB464A5-3888-4654-86A4-F1851090275D}" type="presOf" srcId="{368A8C97-8B14-4681-B02B-9B398D2A73EE}" destId="{F045E2D1-C930-4657-AFBD-B54B05310B75}" srcOrd="0" destOrd="0" presId="urn:microsoft.com/office/officeart/2005/8/layout/hierarchy3"/>
    <dgm:cxn modelId="{79BC4EA8-9D57-4ECA-AD3F-F96A502F30B0}" srcId="{C7F602D1-2125-47F3-B188-0BD44B2A05AB}" destId="{C4CB8716-1FAD-4DBD-8102-C01E013601A0}" srcOrd="0" destOrd="0" parTransId="{FC541FC5-355D-4B1C-8D3A-304D43ED9E0E}" sibTransId="{5522A6DA-02AF-4AD4-B471-01FF7E7EE1F8}"/>
    <dgm:cxn modelId="{EFA4E4AA-FF55-4FEE-910C-A5478D6EC3A1}" srcId="{4088DE1E-45C3-45A0-AEA8-BAFCD268CBC8}" destId="{2E7C4AF5-DD42-4CF2-BDD7-1BEC9B5A3476}" srcOrd="1" destOrd="0" parTransId="{00BDA92F-B604-4A76-BF1B-A5FCF6482100}" sibTransId="{92DF52C5-91A9-46C9-8C3E-98CD48340ACC}"/>
    <dgm:cxn modelId="{633AB0AB-A620-4F6F-B27B-6D7B43230EB1}" type="presOf" srcId="{FCB0D21D-6FA2-4AC5-A990-00863461109B}" destId="{AACE1C37-BF6A-4FD5-BB00-FB346726303A}" srcOrd="0" destOrd="0" presId="urn:microsoft.com/office/officeart/2005/8/layout/hierarchy3"/>
    <dgm:cxn modelId="{07CCE1AE-5C66-437C-9BC1-31514A9C31E7}" type="presOf" srcId="{A9E0BE80-980C-4D96-AC98-6EEA4A025ECE}" destId="{A6936042-63BC-4768-85BF-D19549B5D02B}" srcOrd="0" destOrd="0" presId="urn:microsoft.com/office/officeart/2005/8/layout/hierarchy3"/>
    <dgm:cxn modelId="{544501B3-2126-4C8F-B3A9-E19C6EACF5E1}" type="presOf" srcId="{92E71353-96E4-44AF-980F-4CE637277307}" destId="{F74933DB-291D-471A-96F3-E754249528D4}" srcOrd="1" destOrd="0" presId="urn:microsoft.com/office/officeart/2005/8/layout/hierarchy3"/>
    <dgm:cxn modelId="{6C4C74B7-5967-4FB6-9F78-9864C72ED202}" type="presOf" srcId="{2E7C4AF5-DD42-4CF2-BDD7-1BEC9B5A3476}" destId="{50BD1128-6C1C-4ABA-B3A4-6D8AC1174B15}" srcOrd="0" destOrd="0" presId="urn:microsoft.com/office/officeart/2005/8/layout/hierarchy3"/>
    <dgm:cxn modelId="{F7ED22B8-72A8-4E30-B2A1-6830CB35A2A5}" type="presOf" srcId="{6BA4FA74-955F-4037-A08A-4BE50A997FD0}" destId="{01F8E771-01AA-43B3-A56E-2803B1A28791}" srcOrd="0" destOrd="0" presId="urn:microsoft.com/office/officeart/2005/8/layout/hierarchy3"/>
    <dgm:cxn modelId="{1DBB68BA-87D1-4816-BE9E-767274908588}" type="presOf" srcId="{3FDE5840-F58F-429E-891B-31292D8B19FD}" destId="{7F3B98A9-A85C-4E2D-8FBA-32427CE06A05}" srcOrd="0" destOrd="0" presId="urn:microsoft.com/office/officeart/2005/8/layout/hierarchy3"/>
    <dgm:cxn modelId="{CAB3A5BA-82CD-403F-8DA3-BD6C4C7F3542}" type="presOf" srcId="{C4E34CE5-8DAB-4014-9F61-5A47FD1A5B6B}" destId="{DECD3334-1515-4B8D-9897-D2EA646E2B03}" srcOrd="0" destOrd="0" presId="urn:microsoft.com/office/officeart/2005/8/layout/hierarchy3"/>
    <dgm:cxn modelId="{87F602BD-7A5A-4B9D-A98D-8506796C9380}" srcId="{4D4433A8-58F4-4FC4-B0EF-2A0B9229C137}" destId="{1988B74C-AEAD-4087-AC38-58D573FE307C}" srcOrd="4" destOrd="0" parTransId="{094A9A3B-E82A-415D-83A3-4379A15C79CC}" sibTransId="{5D11101E-3AFE-4324-85BD-179EFE4C39EE}"/>
    <dgm:cxn modelId="{EA5E41BD-FDDD-4418-A42F-88E481433300}" type="presOf" srcId="{F74612C7-70D6-4E74-867C-C15257EA294B}" destId="{66317A17-1B85-401D-A1D2-30743D2E2BBA}" srcOrd="0" destOrd="0" presId="urn:microsoft.com/office/officeart/2005/8/layout/hierarchy3"/>
    <dgm:cxn modelId="{1F6BB4BE-ECCF-47C7-80C9-8D5D7FCAA38C}" srcId="{4088DE1E-45C3-45A0-AEA8-BAFCD268CBC8}" destId="{EF7EA87B-B5FC-4C84-A1CF-89483AAE9A83}" srcOrd="4" destOrd="0" parTransId="{7BF93BD8-579A-4C20-9168-548D4AC03C0C}" sibTransId="{8913CA7C-8B7D-45C9-AC8A-C6497ECE54FD}"/>
    <dgm:cxn modelId="{8A1166C0-A4D2-471A-8C9A-C5B2624C0AB5}" type="presOf" srcId="{86F2707B-055B-4DF1-A0F3-6AFBFA15899A}" destId="{0D43CCA4-5474-464C-99C9-12C0FE229990}" srcOrd="0" destOrd="0" presId="urn:microsoft.com/office/officeart/2005/8/layout/hierarchy3"/>
    <dgm:cxn modelId="{2611B4C1-C784-48CD-951E-E35A9CF965CE}" srcId="{4088DE1E-45C3-45A0-AEA8-BAFCD268CBC8}" destId="{0CA8EC8A-9ACD-440F-8E9A-8D39287C8968}" srcOrd="0" destOrd="0" parTransId="{D4EF31BF-64ED-4E0C-8400-2A21B6729322}" sibTransId="{9CDD85AE-C8C0-412B-95BF-4FE7D886169C}"/>
    <dgm:cxn modelId="{B9932EC2-E818-4153-9584-FEA05DC43108}" type="presOf" srcId="{31DE207F-3C6F-49AD-890E-30A7F611D1E6}" destId="{6AA8D02B-5059-4B0F-BB36-C45E40BCE7D8}" srcOrd="0" destOrd="0" presId="urn:microsoft.com/office/officeart/2005/8/layout/hierarchy3"/>
    <dgm:cxn modelId="{C8D4D9C3-5394-4726-9ADD-FC9E16693403}" type="presOf" srcId="{B88CA0F5-4174-4B55-959C-E8189FB5E41C}" destId="{C1B74DBF-07AD-4075-9475-BBFD6B4D2C85}" srcOrd="0" destOrd="0" presId="urn:microsoft.com/office/officeart/2005/8/layout/hierarchy3"/>
    <dgm:cxn modelId="{3EEE76C4-1579-4501-806A-85CCAA169C7D}" srcId="{C7F602D1-2125-47F3-B188-0BD44B2A05AB}" destId="{491C25B3-A576-40D1-9A09-831A156E4468}" srcOrd="2" destOrd="0" parTransId="{9D667549-DD22-463B-AC8F-2387452DDFAC}" sibTransId="{0628FC5B-F0AB-4E4E-BBC7-E6FD4467A08E}"/>
    <dgm:cxn modelId="{0B4182C5-B786-4759-BD86-D1EEC5C258E2}" srcId="{4B215143-5DB9-423D-AF70-C3B542895F8A}" destId="{D230B5B0-CE59-4DCA-8566-532DDDC848E4}" srcOrd="1" destOrd="0" parTransId="{045536A9-A1DC-40E0-B363-0340D3F60C37}" sibTransId="{E8AB2651-42F0-4C50-A616-5FD0D50C11C1}"/>
    <dgm:cxn modelId="{D103B6C5-BFAE-4CA6-A91C-1284683E4429}" type="presOf" srcId="{4088DE1E-45C3-45A0-AEA8-BAFCD268CBC8}" destId="{B86C1B73-7C48-420F-80AC-E88A34EC3885}" srcOrd="0" destOrd="0" presId="urn:microsoft.com/office/officeart/2005/8/layout/hierarchy3"/>
    <dgm:cxn modelId="{C90167C6-041D-46A9-877D-7E5912091F6C}" type="presOf" srcId="{F4A497A2-F333-4A60-B210-415BFBD654D3}" destId="{08C2D977-BB05-4550-984C-015B50ED4F32}" srcOrd="0" destOrd="0" presId="urn:microsoft.com/office/officeart/2005/8/layout/hierarchy3"/>
    <dgm:cxn modelId="{26EF94C6-143D-423C-9DDB-618FDEA05C4F}" type="presOf" srcId="{D230B5B0-CE59-4DCA-8566-532DDDC848E4}" destId="{59A2AA9C-386C-4738-8AC0-55D33FC64CC7}" srcOrd="0" destOrd="0" presId="urn:microsoft.com/office/officeart/2005/8/layout/hierarchy3"/>
    <dgm:cxn modelId="{56BD2BC7-BE33-4B7B-B0F9-473AE9F14876}" srcId="{4D4433A8-58F4-4FC4-B0EF-2A0B9229C137}" destId="{86F2707B-055B-4DF1-A0F3-6AFBFA15899A}" srcOrd="6" destOrd="0" parTransId="{C4A70080-8AAD-45BE-85B0-CE42738E13E0}" sibTransId="{A8F10F45-4334-42C0-ADD8-87FA93267502}"/>
    <dgm:cxn modelId="{F64793C7-12B0-405F-802E-00370E0004BD}" type="presOf" srcId="{8A789704-8202-4C89-9D0C-99F8231C3291}" destId="{1EFCF9F1-C2AC-4860-A8EC-104824BA6515}" srcOrd="0" destOrd="0" presId="urn:microsoft.com/office/officeart/2005/8/layout/hierarchy3"/>
    <dgm:cxn modelId="{102835D1-FB91-4515-A210-74E180117E14}" type="presOf" srcId="{780AD60F-7B8C-465A-9EA8-AA118F8E0264}" destId="{E211FADB-B350-4858-9442-206B25C1B866}" srcOrd="0" destOrd="0" presId="urn:microsoft.com/office/officeart/2005/8/layout/hierarchy3"/>
    <dgm:cxn modelId="{E537D4D3-1E6B-40C8-8C49-E5D8D7239BB7}" type="presOf" srcId="{03E7FD69-2A8B-45D1-B33D-6E6159F52C70}" destId="{433C1C0E-AC50-4C9B-9AC1-307B780D2C44}" srcOrd="0" destOrd="0" presId="urn:microsoft.com/office/officeart/2005/8/layout/hierarchy3"/>
    <dgm:cxn modelId="{DCBEDAD3-29C1-4101-AE6B-D490940E132F}" srcId="{4B215143-5DB9-423D-AF70-C3B542895F8A}" destId="{79CDAF8E-56DA-40EC-B179-AC6DD7C738D8}" srcOrd="4" destOrd="0" parTransId="{B7F2F219-C18B-4DFF-BB6B-40DB79DA9CE8}" sibTransId="{B919DF44-2EF4-4E59-BB51-CD42B5C7FFFB}"/>
    <dgm:cxn modelId="{ADDEEDD4-34DD-4171-A639-E4563A236E1E}" srcId="{962235ED-A557-46B0-943A-F2E2798D8857}" destId="{A400B8B4-C455-4F4F-A98A-8771178A71E9}" srcOrd="0" destOrd="0" parTransId="{66D44DD9-D439-484C-B85B-8C1EBA5ACE75}" sibTransId="{E38F0A53-583A-4022-A8FC-1492AC66DB00}"/>
    <dgm:cxn modelId="{B63E12D6-A312-42BF-B1C6-0D76EDA6088C}" type="presOf" srcId="{962235ED-A557-46B0-943A-F2E2798D8857}" destId="{D2203403-7696-43E4-B6C6-93BAA3FA7EF1}" srcOrd="1" destOrd="0" presId="urn:microsoft.com/office/officeart/2005/8/layout/hierarchy3"/>
    <dgm:cxn modelId="{53B3F9D9-6E7E-433A-AC61-7625DA111602}" type="presOf" srcId="{6267A1E0-0E97-4243-9A84-B7F5FAFC70D0}" destId="{D91A679B-94E6-49C1-86AF-496686951136}" srcOrd="0" destOrd="0" presId="urn:microsoft.com/office/officeart/2005/8/layout/hierarchy3"/>
    <dgm:cxn modelId="{CD3DC3E3-9FA4-42A4-AD1E-F1B5264960E9}" srcId="{86F2707B-055B-4DF1-A0F3-6AFBFA15899A}" destId="{0F354201-0C1A-4A4A-8F42-915923582DAB}" srcOrd="2" destOrd="0" parTransId="{530F83DD-0055-4096-B803-E7EA4E58B512}" sibTransId="{E9FE73FF-F2EE-4958-BB92-3B31CEBE1B9A}"/>
    <dgm:cxn modelId="{8A6DEAE3-525B-4A95-A1C6-B87A0872E9AE}" type="presOf" srcId="{39B834A3-9E17-4BE3-ABDA-DDFFFF012F72}" destId="{11AFE92B-579C-421A-B66B-B84B3A21803A}" srcOrd="0" destOrd="0" presId="urn:microsoft.com/office/officeart/2005/8/layout/hierarchy3"/>
    <dgm:cxn modelId="{F3F5BBEA-C00B-43AB-A775-03DC706789EC}" type="presOf" srcId="{4D4433A8-58F4-4FC4-B0EF-2A0B9229C137}" destId="{57D6BA50-19D5-4872-847B-FEC2B2F43154}" srcOrd="0" destOrd="0" presId="urn:microsoft.com/office/officeart/2005/8/layout/hierarchy3"/>
    <dgm:cxn modelId="{14193CEC-EC54-41A3-B20A-5C55B5B80BAB}" srcId="{4B215143-5DB9-423D-AF70-C3B542895F8A}" destId="{52D01430-79E3-41AB-B6EC-C31A99829515}" srcOrd="2" destOrd="0" parTransId="{FE172AE6-2A42-4CE3-9C31-C7941487053A}" sibTransId="{3C831C6E-4B58-45C9-BB6F-8682EB6D8B4E}"/>
    <dgm:cxn modelId="{66055BF3-998B-40C5-A7E6-3C6FB7D3AF04}" srcId="{92E71353-96E4-44AF-980F-4CE637277307}" destId="{3FDE5840-F58F-429E-891B-31292D8B19FD}" srcOrd="0" destOrd="0" parTransId="{3806C85D-F940-4C98-BB3C-2856FC238056}" sibTransId="{1E27B495-C4EF-4B09-8C3C-6328E59A202F}"/>
    <dgm:cxn modelId="{A22D7DFB-FBA5-4361-B8C6-110C4182304B}" type="presOf" srcId="{4B215143-5DB9-423D-AF70-C3B542895F8A}" destId="{6D199B55-1456-445D-BF2B-7D9E2E040D9F}" srcOrd="0" destOrd="0" presId="urn:microsoft.com/office/officeart/2005/8/layout/hierarchy3"/>
    <dgm:cxn modelId="{94B0CCFD-7DBF-4301-ACCA-B67A7626FA83}" type="presOf" srcId="{A4C2D8CD-847F-4523-A504-C63354536353}" destId="{2607B35C-ACB2-454D-8F51-CD06B3C45C9A}" srcOrd="0" destOrd="0" presId="urn:microsoft.com/office/officeart/2005/8/layout/hierarchy3"/>
    <dgm:cxn modelId="{324FE8FD-5342-4664-8F75-91E7CC8FCD71}" srcId="{C7F602D1-2125-47F3-B188-0BD44B2A05AB}" destId="{0FCDE6A2-043C-4B2C-A416-39D2D3E26B00}" srcOrd="3" destOrd="0" parTransId="{B8018A4C-FC18-418B-8B21-6217B4E03CC4}" sibTransId="{16B1BBA8-3D69-44B6-992E-98BBD12E8AC9}"/>
    <dgm:cxn modelId="{D07E7CFE-D307-450B-889E-78E1E4112FE2}" srcId="{4B215143-5DB9-423D-AF70-C3B542895F8A}" destId="{780AD60F-7B8C-465A-9EA8-AA118F8E0264}" srcOrd="0" destOrd="0" parTransId="{C21ED6F7-EEB6-40A4-B4C3-96CAEBE696B0}" sibTransId="{54758BA8-14B5-4079-AD57-57BAA7501C93}"/>
    <dgm:cxn modelId="{36D2C0FE-171F-4E58-9788-06A6F9795694}" srcId="{86F2707B-055B-4DF1-A0F3-6AFBFA15899A}" destId="{31DE207F-3C6F-49AD-890E-30A7F611D1E6}" srcOrd="4" destOrd="0" parTransId="{6267A1E0-0E97-4243-9A84-B7F5FAFC70D0}" sibTransId="{1101D88D-F3BA-4266-BE84-D6E572DE3718}"/>
    <dgm:cxn modelId="{F98E974F-3FEB-4467-9FE9-9A87B0673261}" type="presParOf" srcId="{57D6BA50-19D5-4872-847B-FEC2B2F43154}" destId="{F0237442-CF2E-4F31-84CA-8787E4339462}" srcOrd="0" destOrd="0" presId="urn:microsoft.com/office/officeart/2005/8/layout/hierarchy3"/>
    <dgm:cxn modelId="{E0EBBA58-C0E0-4265-A94A-418A0C2C7A34}" type="presParOf" srcId="{F0237442-CF2E-4F31-84CA-8787E4339462}" destId="{DC9B3A86-5700-45D8-9EC1-700967D8DB21}" srcOrd="0" destOrd="0" presId="urn:microsoft.com/office/officeart/2005/8/layout/hierarchy3"/>
    <dgm:cxn modelId="{436EF9A3-9E54-4FC0-9B5E-D601F7FBE3A2}" type="presParOf" srcId="{DC9B3A86-5700-45D8-9EC1-700967D8DB21}" destId="{07F679B5-2EE3-4EF1-8E6E-A2CD7392E3C6}" srcOrd="0" destOrd="0" presId="urn:microsoft.com/office/officeart/2005/8/layout/hierarchy3"/>
    <dgm:cxn modelId="{A2DF7BD6-10F4-4C44-BF1C-2FCD82D44F86}" type="presParOf" srcId="{DC9B3A86-5700-45D8-9EC1-700967D8DB21}" destId="{D2203403-7696-43E4-B6C6-93BAA3FA7EF1}" srcOrd="1" destOrd="0" presId="urn:microsoft.com/office/officeart/2005/8/layout/hierarchy3"/>
    <dgm:cxn modelId="{AFA2C322-2885-41EF-A75D-EC3527FAF717}" type="presParOf" srcId="{F0237442-CF2E-4F31-84CA-8787E4339462}" destId="{560FBEE4-3E28-4E40-A821-A8AB735C59F4}" srcOrd="1" destOrd="0" presId="urn:microsoft.com/office/officeart/2005/8/layout/hierarchy3"/>
    <dgm:cxn modelId="{6D891F57-A2E8-4845-99AC-BD9F2EBAD17A}" type="presParOf" srcId="{560FBEE4-3E28-4E40-A821-A8AB735C59F4}" destId="{2939572B-5D56-422A-9B28-34C1A75D338A}" srcOrd="0" destOrd="0" presId="urn:microsoft.com/office/officeart/2005/8/layout/hierarchy3"/>
    <dgm:cxn modelId="{2658863B-5E4E-42A0-B618-A723A7DFE896}" type="presParOf" srcId="{560FBEE4-3E28-4E40-A821-A8AB735C59F4}" destId="{8DABC8A1-F321-4D53-883A-EDA55482A944}" srcOrd="1" destOrd="0" presId="urn:microsoft.com/office/officeart/2005/8/layout/hierarchy3"/>
    <dgm:cxn modelId="{D391A2CA-4B3B-4191-9B57-4C1D9F9DF1BC}" type="presParOf" srcId="{57D6BA50-19D5-4872-847B-FEC2B2F43154}" destId="{FF1E45F5-E70F-4D5A-9E59-3C45D60458F1}" srcOrd="1" destOrd="0" presId="urn:microsoft.com/office/officeart/2005/8/layout/hierarchy3"/>
    <dgm:cxn modelId="{7FD306F6-DB44-4231-859E-1663FD083373}" type="presParOf" srcId="{FF1E45F5-E70F-4D5A-9E59-3C45D60458F1}" destId="{D25E44CD-0C4E-4F85-A50A-46FF1F14E319}" srcOrd="0" destOrd="0" presId="urn:microsoft.com/office/officeart/2005/8/layout/hierarchy3"/>
    <dgm:cxn modelId="{B413440E-5B04-476A-8C2D-EC2C7D59F03D}" type="presParOf" srcId="{D25E44CD-0C4E-4F85-A50A-46FF1F14E319}" destId="{B86C1B73-7C48-420F-80AC-E88A34EC3885}" srcOrd="0" destOrd="0" presId="urn:microsoft.com/office/officeart/2005/8/layout/hierarchy3"/>
    <dgm:cxn modelId="{909494EA-56E1-4989-A584-B7BF9F99F950}" type="presParOf" srcId="{D25E44CD-0C4E-4F85-A50A-46FF1F14E319}" destId="{C45C27E6-7778-42DB-B16B-CCD29B7861F5}" srcOrd="1" destOrd="0" presId="urn:microsoft.com/office/officeart/2005/8/layout/hierarchy3"/>
    <dgm:cxn modelId="{5261054A-85B9-4582-8124-A6C2DD2B6723}" type="presParOf" srcId="{FF1E45F5-E70F-4D5A-9E59-3C45D60458F1}" destId="{F8F0B88F-F759-493F-9688-4FB304F58A4D}" srcOrd="1" destOrd="0" presId="urn:microsoft.com/office/officeart/2005/8/layout/hierarchy3"/>
    <dgm:cxn modelId="{91EFC987-6233-4DDF-A7F3-831D7C97E0CA}" type="presParOf" srcId="{F8F0B88F-F759-493F-9688-4FB304F58A4D}" destId="{93254664-546A-4C5C-B2D0-2B5ADAEE8171}" srcOrd="0" destOrd="0" presId="urn:microsoft.com/office/officeart/2005/8/layout/hierarchy3"/>
    <dgm:cxn modelId="{0B9EBD83-D8E8-4BBB-AF6C-358427E008C1}" type="presParOf" srcId="{F8F0B88F-F759-493F-9688-4FB304F58A4D}" destId="{C797BEC8-AD63-4703-88C2-36C0C0C2362B}" srcOrd="1" destOrd="0" presId="urn:microsoft.com/office/officeart/2005/8/layout/hierarchy3"/>
    <dgm:cxn modelId="{94898E39-D692-44D9-A954-8DA1CA41D5F3}" type="presParOf" srcId="{F8F0B88F-F759-493F-9688-4FB304F58A4D}" destId="{47C53E85-C439-46BA-B6F0-31F67D74A7CF}" srcOrd="2" destOrd="0" presId="urn:microsoft.com/office/officeart/2005/8/layout/hierarchy3"/>
    <dgm:cxn modelId="{0929F328-609E-492F-956F-991244ACAC89}" type="presParOf" srcId="{F8F0B88F-F759-493F-9688-4FB304F58A4D}" destId="{50BD1128-6C1C-4ABA-B3A4-6D8AC1174B15}" srcOrd="3" destOrd="0" presId="urn:microsoft.com/office/officeart/2005/8/layout/hierarchy3"/>
    <dgm:cxn modelId="{47CDDE91-903A-4464-B4CA-590E882BD6B0}" type="presParOf" srcId="{F8F0B88F-F759-493F-9688-4FB304F58A4D}" destId="{CEF962F3-12D6-43E8-B259-48590E6F4485}" srcOrd="4" destOrd="0" presId="urn:microsoft.com/office/officeart/2005/8/layout/hierarchy3"/>
    <dgm:cxn modelId="{A5636158-ED35-41BC-B3AA-D6815460C54B}" type="presParOf" srcId="{F8F0B88F-F759-493F-9688-4FB304F58A4D}" destId="{A34023EE-03C6-4F9E-843B-B1399C6676D0}" srcOrd="5" destOrd="0" presId="urn:microsoft.com/office/officeart/2005/8/layout/hierarchy3"/>
    <dgm:cxn modelId="{B25459F0-B815-4CA1-9D04-8D4826F6AB5D}" type="presParOf" srcId="{F8F0B88F-F759-493F-9688-4FB304F58A4D}" destId="{DECD3334-1515-4B8D-9897-D2EA646E2B03}" srcOrd="6" destOrd="0" presId="urn:microsoft.com/office/officeart/2005/8/layout/hierarchy3"/>
    <dgm:cxn modelId="{7FEE0A3F-4DE2-4A64-B1D5-A8A5EAC6F6AD}" type="presParOf" srcId="{F8F0B88F-F759-493F-9688-4FB304F58A4D}" destId="{433C1C0E-AC50-4C9B-9AC1-307B780D2C44}" srcOrd="7" destOrd="0" presId="urn:microsoft.com/office/officeart/2005/8/layout/hierarchy3"/>
    <dgm:cxn modelId="{B32138C5-116A-4403-8F4C-514260394060}" type="presParOf" srcId="{F8F0B88F-F759-493F-9688-4FB304F58A4D}" destId="{4F056781-6671-42B7-BA88-25502755FFBD}" srcOrd="8" destOrd="0" presId="urn:microsoft.com/office/officeart/2005/8/layout/hierarchy3"/>
    <dgm:cxn modelId="{6040739E-E1F2-43F3-AFA8-D0E089A2BE51}" type="presParOf" srcId="{F8F0B88F-F759-493F-9688-4FB304F58A4D}" destId="{67C8F6D0-2A70-4064-BF87-FF3146A4E679}" srcOrd="9" destOrd="0" presId="urn:microsoft.com/office/officeart/2005/8/layout/hierarchy3"/>
    <dgm:cxn modelId="{25AB3E3E-5769-459E-BB1D-F1B91EA705E3}" type="presParOf" srcId="{F8F0B88F-F759-493F-9688-4FB304F58A4D}" destId="{11AFE92B-579C-421A-B66B-B84B3A21803A}" srcOrd="10" destOrd="0" presId="urn:microsoft.com/office/officeart/2005/8/layout/hierarchy3"/>
    <dgm:cxn modelId="{2FF40C85-4896-40FD-BE74-1E13AEDB635E}" type="presParOf" srcId="{F8F0B88F-F759-493F-9688-4FB304F58A4D}" destId="{590DB56E-1FD8-42ED-BAA4-DD9D496C9DF1}" srcOrd="11" destOrd="0" presId="urn:microsoft.com/office/officeart/2005/8/layout/hierarchy3"/>
    <dgm:cxn modelId="{105DB77D-E5BD-43E0-AC57-E12E1C08E2BC}" type="presParOf" srcId="{57D6BA50-19D5-4872-847B-FEC2B2F43154}" destId="{EE8630B6-1577-44DE-B1DD-E5E62EB1C386}" srcOrd="2" destOrd="0" presId="urn:microsoft.com/office/officeart/2005/8/layout/hierarchy3"/>
    <dgm:cxn modelId="{2FB6E46A-A34F-4158-9528-A3A34C0C1073}" type="presParOf" srcId="{EE8630B6-1577-44DE-B1DD-E5E62EB1C386}" destId="{F2E4D620-13D8-41B4-911E-AADE5C883C1A}" srcOrd="0" destOrd="0" presId="urn:microsoft.com/office/officeart/2005/8/layout/hierarchy3"/>
    <dgm:cxn modelId="{FB06FBC6-1B5E-4EB9-88F2-603FF7C5D0B4}" type="presParOf" srcId="{F2E4D620-13D8-41B4-911E-AADE5C883C1A}" destId="{260F4F0E-FEDF-4E58-9EBB-389EC6276032}" srcOrd="0" destOrd="0" presId="urn:microsoft.com/office/officeart/2005/8/layout/hierarchy3"/>
    <dgm:cxn modelId="{645CE674-B9C4-4CD1-853C-CDC26CE7585D}" type="presParOf" srcId="{F2E4D620-13D8-41B4-911E-AADE5C883C1A}" destId="{40732002-E189-449F-B6A6-5C4188F7F2DF}" srcOrd="1" destOrd="0" presId="urn:microsoft.com/office/officeart/2005/8/layout/hierarchy3"/>
    <dgm:cxn modelId="{279F4D9C-266A-410F-8A2F-08B8B0FBA0EA}" type="presParOf" srcId="{EE8630B6-1577-44DE-B1DD-E5E62EB1C386}" destId="{11B51C43-E26D-4DCB-B64A-2F0A20882FF1}" srcOrd="1" destOrd="0" presId="urn:microsoft.com/office/officeart/2005/8/layout/hierarchy3"/>
    <dgm:cxn modelId="{6A04CD32-9B08-4B4C-AA17-C3DE440254AD}" type="presParOf" srcId="{11B51C43-E26D-4DCB-B64A-2F0A20882FF1}" destId="{A6936042-63BC-4768-85BF-D19549B5D02B}" srcOrd="0" destOrd="0" presId="urn:microsoft.com/office/officeart/2005/8/layout/hierarchy3"/>
    <dgm:cxn modelId="{8175274D-B363-470F-B186-6B24D9FA51AD}" type="presParOf" srcId="{11B51C43-E26D-4DCB-B64A-2F0A20882FF1}" destId="{6E57061C-2717-4546-B531-B60175AE71EC}" srcOrd="1" destOrd="0" presId="urn:microsoft.com/office/officeart/2005/8/layout/hierarchy3"/>
    <dgm:cxn modelId="{54B71E61-00DE-484A-9301-D80ECC046CE2}" type="presParOf" srcId="{11B51C43-E26D-4DCB-B64A-2F0A20882FF1}" destId="{66317A17-1B85-401D-A1D2-30743D2E2BBA}" srcOrd="2" destOrd="0" presId="urn:microsoft.com/office/officeart/2005/8/layout/hierarchy3"/>
    <dgm:cxn modelId="{D748DCCD-1F78-4C5D-B18D-4305ADE3DCD9}" type="presParOf" srcId="{11B51C43-E26D-4DCB-B64A-2F0A20882FF1}" destId="{EA9809D9-B50A-4D50-91CD-522CDA52FE02}" srcOrd="3" destOrd="0" presId="urn:microsoft.com/office/officeart/2005/8/layout/hierarchy3"/>
    <dgm:cxn modelId="{FAEF2B3B-BDE3-426B-8D83-D9D107351661}" type="presParOf" srcId="{57D6BA50-19D5-4872-847B-FEC2B2F43154}" destId="{69937B6B-2C27-40BC-AA35-2E8DB735534F}" srcOrd="3" destOrd="0" presId="urn:microsoft.com/office/officeart/2005/8/layout/hierarchy3"/>
    <dgm:cxn modelId="{912C6255-6DD5-45B9-8A94-6178813FF661}" type="presParOf" srcId="{69937B6B-2C27-40BC-AA35-2E8DB735534F}" destId="{15F53963-0586-4A3A-92F9-1CD63CC8ACE1}" srcOrd="0" destOrd="0" presId="urn:microsoft.com/office/officeart/2005/8/layout/hierarchy3"/>
    <dgm:cxn modelId="{1C4620EE-955C-4FEF-B486-F0488CDD3E44}" type="presParOf" srcId="{15F53963-0586-4A3A-92F9-1CD63CC8ACE1}" destId="{83B786A0-3A58-4E96-9005-843DAE2880EA}" srcOrd="0" destOrd="0" presId="urn:microsoft.com/office/officeart/2005/8/layout/hierarchy3"/>
    <dgm:cxn modelId="{0A30CB6B-8CFA-4333-83C9-50344503EBD3}" type="presParOf" srcId="{15F53963-0586-4A3A-92F9-1CD63CC8ACE1}" destId="{F74933DB-291D-471A-96F3-E754249528D4}" srcOrd="1" destOrd="0" presId="urn:microsoft.com/office/officeart/2005/8/layout/hierarchy3"/>
    <dgm:cxn modelId="{4A4BE354-340E-40CA-B348-90DC921BC393}" type="presParOf" srcId="{69937B6B-2C27-40BC-AA35-2E8DB735534F}" destId="{74ABB8BE-3C30-4478-A92E-737810259FFF}" srcOrd="1" destOrd="0" presId="urn:microsoft.com/office/officeart/2005/8/layout/hierarchy3"/>
    <dgm:cxn modelId="{A3471861-EDC7-46D5-A7D6-F2F6E2E54C21}" type="presParOf" srcId="{74ABB8BE-3C30-4478-A92E-737810259FFF}" destId="{C067F209-D774-4F1C-931F-C4E4FA3BDB01}" srcOrd="0" destOrd="0" presId="urn:microsoft.com/office/officeart/2005/8/layout/hierarchy3"/>
    <dgm:cxn modelId="{EF8E7406-D471-4F33-900D-1EB828AC18EB}" type="presParOf" srcId="{74ABB8BE-3C30-4478-A92E-737810259FFF}" destId="{7F3B98A9-A85C-4E2D-8FBA-32427CE06A05}" srcOrd="1" destOrd="0" presId="urn:microsoft.com/office/officeart/2005/8/layout/hierarchy3"/>
    <dgm:cxn modelId="{6D754F92-2A2C-45B0-A688-C6B2CA1C22D8}" type="presParOf" srcId="{74ABB8BE-3C30-4478-A92E-737810259FFF}" destId="{410BD888-3EA2-4CB5-BD45-2E427B867C58}" srcOrd="2" destOrd="0" presId="urn:microsoft.com/office/officeart/2005/8/layout/hierarchy3"/>
    <dgm:cxn modelId="{BEC594C2-26B0-46DE-92BC-8DEDC909573D}" type="presParOf" srcId="{74ABB8BE-3C30-4478-A92E-737810259FFF}" destId="{77A1D505-2DF7-43DC-BE14-7F6E9D72D8E3}" srcOrd="3" destOrd="0" presId="urn:microsoft.com/office/officeart/2005/8/layout/hierarchy3"/>
    <dgm:cxn modelId="{EC34B414-C47D-432A-B1DF-AF24D36D786D}" type="presParOf" srcId="{74ABB8BE-3C30-4478-A92E-737810259FFF}" destId="{729382CD-8B46-4434-BC3F-FFFC26E886B7}" srcOrd="4" destOrd="0" presId="urn:microsoft.com/office/officeart/2005/8/layout/hierarchy3"/>
    <dgm:cxn modelId="{06D87A1A-45D4-461D-A41C-192E88F9E013}" type="presParOf" srcId="{74ABB8BE-3C30-4478-A92E-737810259FFF}" destId="{08C2D977-BB05-4550-984C-015B50ED4F32}" srcOrd="5" destOrd="0" presId="urn:microsoft.com/office/officeart/2005/8/layout/hierarchy3"/>
    <dgm:cxn modelId="{A4B3F9EF-89D1-4EF4-97A7-3DF5ED78FD80}" type="presParOf" srcId="{74ABB8BE-3C30-4478-A92E-737810259FFF}" destId="{344612A8-18B0-4F94-AE05-FDCAFB95AAB6}" srcOrd="6" destOrd="0" presId="urn:microsoft.com/office/officeart/2005/8/layout/hierarchy3"/>
    <dgm:cxn modelId="{7A313E91-89E8-4D45-AD87-95F9AD6F55CF}" type="presParOf" srcId="{74ABB8BE-3C30-4478-A92E-737810259FFF}" destId="{0C9FEFF8-6ACC-47EF-9910-F37729AC5971}" srcOrd="7" destOrd="0" presId="urn:microsoft.com/office/officeart/2005/8/layout/hierarchy3"/>
    <dgm:cxn modelId="{5EDF6DA7-B771-4000-99A2-BCD13104380D}" type="presParOf" srcId="{57D6BA50-19D5-4872-847B-FEC2B2F43154}" destId="{F61156A0-270A-4ACF-A4C5-12B221B6A57B}" srcOrd="4" destOrd="0" presId="urn:microsoft.com/office/officeart/2005/8/layout/hierarchy3"/>
    <dgm:cxn modelId="{C08AF3E2-06B8-4ACF-8FA8-66B3A4D2D1DB}" type="presParOf" srcId="{F61156A0-270A-4ACF-A4C5-12B221B6A57B}" destId="{9FC202C9-DC7C-493E-8531-25E47CC8077B}" srcOrd="0" destOrd="0" presId="urn:microsoft.com/office/officeart/2005/8/layout/hierarchy3"/>
    <dgm:cxn modelId="{B852FD01-D9E6-43AE-94F0-EF39E641202F}" type="presParOf" srcId="{9FC202C9-DC7C-493E-8531-25E47CC8077B}" destId="{9BEBB5E7-C704-4016-869C-953B84609848}" srcOrd="0" destOrd="0" presId="urn:microsoft.com/office/officeart/2005/8/layout/hierarchy3"/>
    <dgm:cxn modelId="{C693A0AC-0C9D-48DF-897A-06ACFC227420}" type="presParOf" srcId="{9FC202C9-DC7C-493E-8531-25E47CC8077B}" destId="{F3C66090-519D-4782-9709-093AED0A9E57}" srcOrd="1" destOrd="0" presId="urn:microsoft.com/office/officeart/2005/8/layout/hierarchy3"/>
    <dgm:cxn modelId="{E5DA2AC0-F6F4-47B0-A131-6FF284097E49}" type="presParOf" srcId="{F61156A0-270A-4ACF-A4C5-12B221B6A57B}" destId="{245506FA-0444-4FC2-B251-1F92BBDC5F2B}" srcOrd="1" destOrd="0" presId="urn:microsoft.com/office/officeart/2005/8/layout/hierarchy3"/>
    <dgm:cxn modelId="{B2AE7E3A-AB06-41D9-9999-F089F2D696B1}" type="presParOf" srcId="{245506FA-0444-4FC2-B251-1F92BBDC5F2B}" destId="{D7B6265F-D28D-450F-A708-3A405A2618DB}" srcOrd="0" destOrd="0" presId="urn:microsoft.com/office/officeart/2005/8/layout/hierarchy3"/>
    <dgm:cxn modelId="{706D1499-7E66-4B5C-B59D-BB9167D909A1}" type="presParOf" srcId="{245506FA-0444-4FC2-B251-1F92BBDC5F2B}" destId="{83279F6E-6196-4BCC-8AE9-EAB2390FFBB4}" srcOrd="1" destOrd="0" presId="urn:microsoft.com/office/officeart/2005/8/layout/hierarchy3"/>
    <dgm:cxn modelId="{9F180E30-7793-4F9C-B43E-5F5468B13DC7}" type="presParOf" srcId="{245506FA-0444-4FC2-B251-1F92BBDC5F2B}" destId="{7E5948D4-E30C-431D-9A8B-A2A4313F0E22}" srcOrd="2" destOrd="0" presId="urn:microsoft.com/office/officeart/2005/8/layout/hierarchy3"/>
    <dgm:cxn modelId="{84C5AB31-CF8A-4954-8A33-F4431423B1D0}" type="presParOf" srcId="{245506FA-0444-4FC2-B251-1F92BBDC5F2B}" destId="{D9059628-8BC7-4753-BC34-C14A9902F81E}" srcOrd="3" destOrd="0" presId="urn:microsoft.com/office/officeart/2005/8/layout/hierarchy3"/>
    <dgm:cxn modelId="{583CE7A3-67DE-4DB2-861C-84EFB36F4078}" type="presParOf" srcId="{245506FA-0444-4FC2-B251-1F92BBDC5F2B}" destId="{C1B74DBF-07AD-4075-9475-BBFD6B4D2C85}" srcOrd="4" destOrd="0" presId="urn:microsoft.com/office/officeart/2005/8/layout/hierarchy3"/>
    <dgm:cxn modelId="{8DD2A43F-70E3-4EBD-8F03-93226806FA46}" type="presParOf" srcId="{245506FA-0444-4FC2-B251-1F92BBDC5F2B}" destId="{AACE1C37-BF6A-4FD5-BB00-FB346726303A}" srcOrd="5" destOrd="0" presId="urn:microsoft.com/office/officeart/2005/8/layout/hierarchy3"/>
    <dgm:cxn modelId="{06A73E1E-4B42-4FE7-B47F-E3149E795EFD}" type="presParOf" srcId="{245506FA-0444-4FC2-B251-1F92BBDC5F2B}" destId="{897B28A2-05AF-411C-A4F8-14CB111ED3DC}" srcOrd="6" destOrd="0" presId="urn:microsoft.com/office/officeart/2005/8/layout/hierarchy3"/>
    <dgm:cxn modelId="{5E365DFE-85D6-4784-AB2C-3E7C77E72A0D}" type="presParOf" srcId="{245506FA-0444-4FC2-B251-1F92BBDC5F2B}" destId="{1EFCF9F1-C2AC-4860-A8EC-104824BA6515}" srcOrd="7" destOrd="0" presId="urn:microsoft.com/office/officeart/2005/8/layout/hierarchy3"/>
    <dgm:cxn modelId="{22BC3EB6-9DE8-4C5E-9381-5F2417C3E551}" type="presParOf" srcId="{57D6BA50-19D5-4872-847B-FEC2B2F43154}" destId="{813499BB-061B-4827-9DE2-7AB5050F7203}" srcOrd="5" destOrd="0" presId="urn:microsoft.com/office/officeart/2005/8/layout/hierarchy3"/>
    <dgm:cxn modelId="{436B6D6D-1E47-40B1-A693-7FBDE6A54E5E}" type="presParOf" srcId="{813499BB-061B-4827-9DE2-7AB5050F7203}" destId="{750C14E4-BA5E-4888-95BB-B151A4C588C4}" srcOrd="0" destOrd="0" presId="urn:microsoft.com/office/officeart/2005/8/layout/hierarchy3"/>
    <dgm:cxn modelId="{71DA959F-216F-4BC9-BECB-00BE1757C761}" type="presParOf" srcId="{750C14E4-BA5E-4888-95BB-B151A4C588C4}" destId="{6D199B55-1456-445D-BF2B-7D9E2E040D9F}" srcOrd="0" destOrd="0" presId="urn:microsoft.com/office/officeart/2005/8/layout/hierarchy3"/>
    <dgm:cxn modelId="{E41A8718-5665-499D-A1C4-D84662607B58}" type="presParOf" srcId="{750C14E4-BA5E-4888-95BB-B151A4C588C4}" destId="{0F41B337-9DB3-498A-A573-C41712A976F0}" srcOrd="1" destOrd="0" presId="urn:microsoft.com/office/officeart/2005/8/layout/hierarchy3"/>
    <dgm:cxn modelId="{8F10C801-D1E1-4AB8-85B0-28582EA0E6E1}" type="presParOf" srcId="{813499BB-061B-4827-9DE2-7AB5050F7203}" destId="{168D2A3F-C7EE-4515-B57A-CD97B45F8D77}" srcOrd="1" destOrd="0" presId="urn:microsoft.com/office/officeart/2005/8/layout/hierarchy3"/>
    <dgm:cxn modelId="{37F86573-D355-4C6A-B7FB-C95C672DEFBA}" type="presParOf" srcId="{168D2A3F-C7EE-4515-B57A-CD97B45F8D77}" destId="{48B66715-CA22-4D02-8EF4-6E3B12F0A406}" srcOrd="0" destOrd="0" presId="urn:microsoft.com/office/officeart/2005/8/layout/hierarchy3"/>
    <dgm:cxn modelId="{CF14749E-2299-49C1-85B1-CD239971CC7F}" type="presParOf" srcId="{168D2A3F-C7EE-4515-B57A-CD97B45F8D77}" destId="{E211FADB-B350-4858-9442-206B25C1B866}" srcOrd="1" destOrd="0" presId="urn:microsoft.com/office/officeart/2005/8/layout/hierarchy3"/>
    <dgm:cxn modelId="{E11A051B-6163-486D-B157-42317F4A3ECB}" type="presParOf" srcId="{168D2A3F-C7EE-4515-B57A-CD97B45F8D77}" destId="{B2A929E1-FA05-466B-B434-027E869B6FD2}" srcOrd="2" destOrd="0" presId="urn:microsoft.com/office/officeart/2005/8/layout/hierarchy3"/>
    <dgm:cxn modelId="{406D6A90-A2F3-4AD1-9434-F374983134B3}" type="presParOf" srcId="{168D2A3F-C7EE-4515-B57A-CD97B45F8D77}" destId="{59A2AA9C-386C-4738-8AC0-55D33FC64CC7}" srcOrd="3" destOrd="0" presId="urn:microsoft.com/office/officeart/2005/8/layout/hierarchy3"/>
    <dgm:cxn modelId="{90EE2005-A981-4B2E-B756-1E271B60248C}" type="presParOf" srcId="{168D2A3F-C7EE-4515-B57A-CD97B45F8D77}" destId="{2D1364E5-FF7B-472C-B293-F0753108FFE1}" srcOrd="4" destOrd="0" presId="urn:microsoft.com/office/officeart/2005/8/layout/hierarchy3"/>
    <dgm:cxn modelId="{CF2B70FD-B0C0-4426-A03E-6A3DFFD3BB08}" type="presParOf" srcId="{168D2A3F-C7EE-4515-B57A-CD97B45F8D77}" destId="{5E0539DD-06F8-4623-8D08-C96B02107D12}" srcOrd="5" destOrd="0" presId="urn:microsoft.com/office/officeart/2005/8/layout/hierarchy3"/>
    <dgm:cxn modelId="{9B4AEE57-EC80-4876-8562-6E3014ED23EA}" type="presParOf" srcId="{168D2A3F-C7EE-4515-B57A-CD97B45F8D77}" destId="{1CA210DB-A959-49D3-ACC7-CAA10BE728F8}" srcOrd="6" destOrd="0" presId="urn:microsoft.com/office/officeart/2005/8/layout/hierarchy3"/>
    <dgm:cxn modelId="{AAFB7760-4DDE-40D0-A701-52825F90AA61}" type="presParOf" srcId="{168D2A3F-C7EE-4515-B57A-CD97B45F8D77}" destId="{1D0BA206-7D13-414B-AAF5-3959F09435F8}" srcOrd="7" destOrd="0" presId="urn:microsoft.com/office/officeart/2005/8/layout/hierarchy3"/>
    <dgm:cxn modelId="{B63D46BB-A136-4F07-B197-054509ACDD01}" type="presParOf" srcId="{168D2A3F-C7EE-4515-B57A-CD97B45F8D77}" destId="{54E6591B-A9E8-4C5E-87E2-1C5426D035A6}" srcOrd="8" destOrd="0" presId="urn:microsoft.com/office/officeart/2005/8/layout/hierarchy3"/>
    <dgm:cxn modelId="{410918B7-D92A-43DD-8834-EE543B37F355}" type="presParOf" srcId="{168D2A3F-C7EE-4515-B57A-CD97B45F8D77}" destId="{3FCC3207-4019-4EAC-9C92-3C5E3784510B}" srcOrd="9" destOrd="0" presId="urn:microsoft.com/office/officeart/2005/8/layout/hierarchy3"/>
    <dgm:cxn modelId="{ED9CE4EE-AA0D-4042-8D01-846F0CE9A9E5}" type="presParOf" srcId="{57D6BA50-19D5-4872-847B-FEC2B2F43154}" destId="{66533BE4-189A-40DB-B333-8F48454E422D}" srcOrd="6" destOrd="0" presId="urn:microsoft.com/office/officeart/2005/8/layout/hierarchy3"/>
    <dgm:cxn modelId="{80778A2B-8979-485D-9877-35E82E71A074}" type="presParOf" srcId="{66533BE4-189A-40DB-B333-8F48454E422D}" destId="{5A5F12D4-471C-4542-ADF8-DFD622A1F94D}" srcOrd="0" destOrd="0" presId="urn:microsoft.com/office/officeart/2005/8/layout/hierarchy3"/>
    <dgm:cxn modelId="{C34F40A9-446C-42C2-B23D-04BEB852B904}" type="presParOf" srcId="{5A5F12D4-471C-4542-ADF8-DFD622A1F94D}" destId="{0D43CCA4-5474-464C-99C9-12C0FE229990}" srcOrd="0" destOrd="0" presId="urn:microsoft.com/office/officeart/2005/8/layout/hierarchy3"/>
    <dgm:cxn modelId="{AD085E67-8E56-4132-A891-3A4381E28416}" type="presParOf" srcId="{5A5F12D4-471C-4542-ADF8-DFD622A1F94D}" destId="{1EB7969C-071D-4B90-A1E7-E30D66FDAFA6}" srcOrd="1" destOrd="0" presId="urn:microsoft.com/office/officeart/2005/8/layout/hierarchy3"/>
    <dgm:cxn modelId="{20EAD66D-9007-4A6A-8592-D0EAFAADE82F}" type="presParOf" srcId="{66533BE4-189A-40DB-B333-8F48454E422D}" destId="{22C62D49-E58D-4D63-B920-041560D8F9A0}" srcOrd="1" destOrd="0" presId="urn:microsoft.com/office/officeart/2005/8/layout/hierarchy3"/>
    <dgm:cxn modelId="{51EC158B-2096-4F3E-BB5C-74CB168F8239}" type="presParOf" srcId="{22C62D49-E58D-4D63-B920-041560D8F9A0}" destId="{3F21028E-42F8-444A-A033-BDC9FBAAE140}" srcOrd="0" destOrd="0" presId="urn:microsoft.com/office/officeart/2005/8/layout/hierarchy3"/>
    <dgm:cxn modelId="{36007C80-D4BB-4B80-B2A3-951D4E88B9D7}" type="presParOf" srcId="{22C62D49-E58D-4D63-B920-041560D8F9A0}" destId="{01F8E771-01AA-43B3-A56E-2803B1A28791}" srcOrd="1" destOrd="0" presId="urn:microsoft.com/office/officeart/2005/8/layout/hierarchy3"/>
    <dgm:cxn modelId="{394D92D2-D26F-4DA5-AF5B-C8B1939CE607}" type="presParOf" srcId="{22C62D49-E58D-4D63-B920-041560D8F9A0}" destId="{F045E2D1-C930-4657-AFBD-B54B05310B75}" srcOrd="2" destOrd="0" presId="urn:microsoft.com/office/officeart/2005/8/layout/hierarchy3"/>
    <dgm:cxn modelId="{512AD858-73F4-493E-AB3E-BBF44357A4D9}" type="presParOf" srcId="{22C62D49-E58D-4D63-B920-041560D8F9A0}" destId="{2607B35C-ACB2-454D-8F51-CD06B3C45C9A}" srcOrd="3" destOrd="0" presId="urn:microsoft.com/office/officeart/2005/8/layout/hierarchy3"/>
    <dgm:cxn modelId="{1F6C3A76-2ED5-4900-95E8-7EC323A587A5}" type="presParOf" srcId="{22C62D49-E58D-4D63-B920-041560D8F9A0}" destId="{5CD83093-7D64-4A9E-8198-2816C5CA3BBA}" srcOrd="4" destOrd="0" presId="urn:microsoft.com/office/officeart/2005/8/layout/hierarchy3"/>
    <dgm:cxn modelId="{405B7E7B-61B9-4AD2-B916-D92B675883C0}" type="presParOf" srcId="{22C62D49-E58D-4D63-B920-041560D8F9A0}" destId="{30A31D10-B255-4104-A053-BC0527946D93}" srcOrd="5" destOrd="0" presId="urn:microsoft.com/office/officeart/2005/8/layout/hierarchy3"/>
    <dgm:cxn modelId="{F29451CD-ACB9-45B4-A9D3-EF29C7C13DC2}" type="presParOf" srcId="{22C62D49-E58D-4D63-B920-041560D8F9A0}" destId="{4F7953B1-8E45-4EF5-808F-FA112CC2B6E1}" srcOrd="6" destOrd="0" presId="urn:microsoft.com/office/officeart/2005/8/layout/hierarchy3"/>
    <dgm:cxn modelId="{78929BF1-9CA5-46C3-B884-F13E42984EFB}" type="presParOf" srcId="{22C62D49-E58D-4D63-B920-041560D8F9A0}" destId="{12431A66-AE2A-49E9-99F4-256A54F54DF1}" srcOrd="7" destOrd="0" presId="urn:microsoft.com/office/officeart/2005/8/layout/hierarchy3"/>
    <dgm:cxn modelId="{3435CC39-1A42-4405-9EF8-C34EBFA1C77C}" type="presParOf" srcId="{22C62D49-E58D-4D63-B920-041560D8F9A0}" destId="{D91A679B-94E6-49C1-86AF-496686951136}" srcOrd="8" destOrd="0" presId="urn:microsoft.com/office/officeart/2005/8/layout/hierarchy3"/>
    <dgm:cxn modelId="{16D513DF-81A9-4663-ABCD-2D721A331D5A}" type="presParOf" srcId="{22C62D49-E58D-4D63-B920-041560D8F9A0}" destId="{6AA8D02B-5059-4B0F-BB36-C45E40BCE7D8}" srcOrd="9" destOrd="0" presId="urn:microsoft.com/office/officeart/2005/8/layout/hierarchy3"/>
    <dgm:cxn modelId="{8B6CB89D-C75B-4645-9E0F-6922E296F2A5}" type="presParOf" srcId="{57D6BA50-19D5-4872-847B-FEC2B2F43154}" destId="{33A5D721-8BC6-499A-B9EE-B038F3C6AA81}" srcOrd="7" destOrd="0" presId="urn:microsoft.com/office/officeart/2005/8/layout/hierarchy3"/>
    <dgm:cxn modelId="{A156D5F8-D5A4-4B04-9BFA-EC60238F0ECE}" type="presParOf" srcId="{33A5D721-8BC6-499A-B9EE-B038F3C6AA81}" destId="{CE93E32C-F51F-4361-B087-9A42B2A81DAA}" srcOrd="0" destOrd="0" presId="urn:microsoft.com/office/officeart/2005/8/layout/hierarchy3"/>
    <dgm:cxn modelId="{5365D427-FB39-4762-8420-AC8E8B8B8E4C}" type="presParOf" srcId="{CE93E32C-F51F-4361-B087-9A42B2A81DAA}" destId="{01BDE3AF-7868-452A-BBEA-77E57C4DC04A}" srcOrd="0" destOrd="0" presId="urn:microsoft.com/office/officeart/2005/8/layout/hierarchy3"/>
    <dgm:cxn modelId="{1FE7D9B3-34B1-4BA7-A520-B0CCD3797E59}" type="presParOf" srcId="{CE93E32C-F51F-4361-B087-9A42B2A81DAA}" destId="{516A0880-BB3C-4C64-B51A-E9901CBADF36}" srcOrd="1" destOrd="0" presId="urn:microsoft.com/office/officeart/2005/8/layout/hierarchy3"/>
    <dgm:cxn modelId="{27A5A966-E02E-4A87-873F-EC8370C7D194}" type="presParOf" srcId="{33A5D721-8BC6-499A-B9EE-B038F3C6AA81}" destId="{FB7E83B7-2370-458E-AFF7-81286F2A7F23}" srcOrd="1" destOrd="0" presId="urn:microsoft.com/office/officeart/2005/8/layout/hierarchy3"/>
    <dgm:cxn modelId="{E943AE8F-189B-4FFF-B1F0-997AA7288B72}" type="presParOf" srcId="{FB7E83B7-2370-458E-AFF7-81286F2A7F23}" destId="{E79C782E-9187-4BE1-907A-4380F9B0AB4F}" srcOrd="0" destOrd="0" presId="urn:microsoft.com/office/officeart/2005/8/layout/hierarchy3"/>
    <dgm:cxn modelId="{3C97AA74-BF46-448C-8914-F39F0C96136B}" type="presParOf" srcId="{FB7E83B7-2370-458E-AFF7-81286F2A7F23}" destId="{683E81F4-397C-4D9F-8FB7-C0D775022EF5}" srcOrd="1" destOrd="0" presId="urn:microsoft.com/office/officeart/2005/8/layout/hierarchy3"/>
    <dgm:cxn modelId="{FD46F93F-1A88-4D68-ACF6-F4B2B2E43BA5}" type="presParOf" srcId="{FB7E83B7-2370-458E-AFF7-81286F2A7F23}" destId="{9964D718-496B-4D70-B52A-8A2D1AA2C910}" srcOrd="2" destOrd="0" presId="urn:microsoft.com/office/officeart/2005/8/layout/hierarchy3"/>
    <dgm:cxn modelId="{4C525942-ACF8-4E52-BE9B-4F9F41CE67D5}" type="presParOf" srcId="{FB7E83B7-2370-458E-AFF7-81286F2A7F23}" destId="{D1A635A6-EACD-4B93-AEED-069FDB139CF7}" srcOrd="3" destOrd="0" presId="urn:microsoft.com/office/officeart/2005/8/layout/hierarchy3"/>
    <dgm:cxn modelId="{377C2E35-035C-4290-B44A-ECF82D563748}" type="presParOf" srcId="{FB7E83B7-2370-458E-AFF7-81286F2A7F23}" destId="{A21A5485-B6D9-4B3E-AADE-1F831D9CEB68}" srcOrd="4" destOrd="0" presId="urn:microsoft.com/office/officeart/2005/8/layout/hierarchy3"/>
    <dgm:cxn modelId="{DC0EE22A-737B-40E2-B989-48C40823D7CD}" type="presParOf" srcId="{FB7E83B7-2370-458E-AFF7-81286F2A7F23}" destId="{6B92169C-FAA0-487A-B83A-CEC4CC3CFCDE}" srcOrd="5" destOrd="0" presId="urn:microsoft.com/office/officeart/2005/8/layout/hierarchy3"/>
    <dgm:cxn modelId="{A6D0E4CD-7CB4-453B-8FF4-05D79BE24F7A}" type="presParOf" srcId="{FB7E83B7-2370-458E-AFF7-81286F2A7F23}" destId="{04F38966-5FF4-4185-9444-4EAF68F1AB42}" srcOrd="6" destOrd="0" presId="urn:microsoft.com/office/officeart/2005/8/layout/hierarchy3"/>
    <dgm:cxn modelId="{C07BA15B-B255-490F-9F41-7CF3B4518C7B}" type="presParOf" srcId="{FB7E83B7-2370-458E-AFF7-81286F2A7F23}" destId="{AF80209A-B748-4FF3-AACA-2822DCB2EFEB}"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4433A8-58F4-4FC4-B0EF-2A0B9229C137}" type="doc">
      <dgm:prSet loTypeId="urn:microsoft.com/office/officeart/2005/8/layout/hierarchy3" loCatId="list" qsTypeId="urn:microsoft.com/office/officeart/2005/8/quickstyle/simple1" qsCatId="simple" csTypeId="urn:microsoft.com/office/officeart/2005/8/colors/colorful1" csCatId="colorful" phldr="1"/>
      <dgm:spPr/>
      <dgm:t>
        <a:bodyPr/>
        <a:lstStyle/>
        <a:p>
          <a:endParaRPr lang="en-US"/>
        </a:p>
      </dgm:t>
    </dgm:pt>
    <dgm:pt modelId="{962235ED-A557-46B0-943A-F2E2798D8857}">
      <dgm:prSet phldrT="[Text]"/>
      <dgm:spPr/>
      <dgm:t>
        <a:bodyPr/>
        <a:lstStyle/>
        <a:p>
          <a:r>
            <a:rPr lang="en-US" dirty="0"/>
            <a:t>Management</a:t>
          </a:r>
        </a:p>
      </dgm:t>
    </dgm:pt>
    <dgm:pt modelId="{F6ECA640-0665-4F37-9F60-0CF9BF8EA4FE}" type="parTrans" cxnId="{EDE8C22C-E1D6-4780-86D2-EC0FC3D42502}">
      <dgm:prSet/>
      <dgm:spPr/>
      <dgm:t>
        <a:bodyPr/>
        <a:lstStyle/>
        <a:p>
          <a:endParaRPr lang="en-US"/>
        </a:p>
      </dgm:t>
    </dgm:pt>
    <dgm:pt modelId="{9165B17D-420E-4562-94B7-C8B3131AEDD8}" type="sibTrans" cxnId="{EDE8C22C-E1D6-4780-86D2-EC0FC3D42502}">
      <dgm:prSet/>
      <dgm:spPr/>
      <dgm:t>
        <a:bodyPr/>
        <a:lstStyle/>
        <a:p>
          <a:endParaRPr lang="en-US"/>
        </a:p>
      </dgm:t>
    </dgm:pt>
    <dgm:pt modelId="{A400B8B4-C455-4F4F-A98A-8771178A71E9}">
      <dgm:prSet phldrT="[Text]"/>
      <dgm:spPr>
        <a:solidFill>
          <a:srgbClr val="FFFF99"/>
        </a:solidFill>
      </dgm:spPr>
      <dgm:t>
        <a:bodyPr/>
        <a:lstStyle/>
        <a:p>
          <a:r>
            <a:rPr lang="en-US" dirty="0"/>
            <a:t>Management and User Productivity Report</a:t>
          </a:r>
        </a:p>
      </dgm:t>
    </dgm:pt>
    <dgm:pt modelId="{66D44DD9-D439-484C-B85B-8C1EBA5ACE75}" type="parTrans" cxnId="{ADDEEDD4-34DD-4171-A639-E4563A236E1E}">
      <dgm:prSet/>
      <dgm:spPr/>
      <dgm:t>
        <a:bodyPr/>
        <a:lstStyle/>
        <a:p>
          <a:endParaRPr lang="en-US"/>
        </a:p>
      </dgm:t>
    </dgm:pt>
    <dgm:pt modelId="{E38F0A53-583A-4022-A8FC-1492AC66DB00}" type="sibTrans" cxnId="{ADDEEDD4-34DD-4171-A639-E4563A236E1E}">
      <dgm:prSet/>
      <dgm:spPr/>
      <dgm:t>
        <a:bodyPr/>
        <a:lstStyle/>
        <a:p>
          <a:endParaRPr lang="en-US"/>
        </a:p>
      </dgm:t>
    </dgm:pt>
    <dgm:pt modelId="{4088DE1E-45C3-45A0-AEA8-BAFCD268CBC8}">
      <dgm:prSet phldrT="[Text]"/>
      <dgm:spPr/>
      <dgm:t>
        <a:bodyPr/>
        <a:lstStyle/>
        <a:p>
          <a:r>
            <a:rPr lang="en-US" dirty="0"/>
            <a:t>Registry</a:t>
          </a:r>
        </a:p>
      </dgm:t>
    </dgm:pt>
    <dgm:pt modelId="{842ECD3F-7024-4595-889C-42CC73BD34C5}" type="parTrans" cxnId="{B39FF56D-4D9C-4DDC-8695-B110A380147B}">
      <dgm:prSet/>
      <dgm:spPr/>
      <dgm:t>
        <a:bodyPr/>
        <a:lstStyle/>
        <a:p>
          <a:endParaRPr lang="en-US"/>
        </a:p>
      </dgm:t>
    </dgm:pt>
    <dgm:pt modelId="{6489F96F-88DD-42FE-849C-83F17675644A}" type="sibTrans" cxnId="{B39FF56D-4D9C-4DDC-8695-B110A380147B}">
      <dgm:prSet/>
      <dgm:spPr/>
      <dgm:t>
        <a:bodyPr/>
        <a:lstStyle/>
        <a:p>
          <a:endParaRPr lang="en-US"/>
        </a:p>
      </dgm:t>
    </dgm:pt>
    <dgm:pt modelId="{0CA8EC8A-9ACD-440F-8E9A-8D39287C8968}">
      <dgm:prSet phldrT="[Text]"/>
      <dgm:spPr>
        <a:solidFill>
          <a:srgbClr val="FFFF99"/>
        </a:solidFill>
      </dgm:spPr>
      <dgm:t>
        <a:bodyPr/>
        <a:lstStyle/>
        <a:p>
          <a:r>
            <a:rPr lang="en-US" dirty="0"/>
            <a:t>Capture Lodgment</a:t>
          </a:r>
        </a:p>
      </dgm:t>
    </dgm:pt>
    <dgm:pt modelId="{D4EF31BF-64ED-4E0C-8400-2A21B6729322}" type="parTrans" cxnId="{2611B4C1-C784-48CD-951E-E35A9CF965CE}">
      <dgm:prSet/>
      <dgm:spPr/>
      <dgm:t>
        <a:bodyPr/>
        <a:lstStyle/>
        <a:p>
          <a:endParaRPr lang="en-US"/>
        </a:p>
      </dgm:t>
    </dgm:pt>
    <dgm:pt modelId="{9CDD85AE-C8C0-412B-95BF-4FE7D886169C}" type="sibTrans" cxnId="{2611B4C1-C784-48CD-951E-E35A9CF965CE}">
      <dgm:prSet/>
      <dgm:spPr/>
      <dgm:t>
        <a:bodyPr/>
        <a:lstStyle/>
        <a:p>
          <a:endParaRPr lang="en-US"/>
        </a:p>
      </dgm:t>
    </dgm:pt>
    <dgm:pt modelId="{2E7C4AF5-DD42-4CF2-BDD7-1BEC9B5A3476}">
      <dgm:prSet phldrT="[Text]"/>
      <dgm:spPr/>
      <dgm:t>
        <a:bodyPr/>
        <a:lstStyle/>
        <a:p>
          <a:r>
            <a:rPr lang="en-US" dirty="0"/>
            <a:t>Capture Payment</a:t>
          </a:r>
        </a:p>
      </dgm:t>
    </dgm:pt>
    <dgm:pt modelId="{00BDA92F-B604-4A76-BF1B-A5FCF6482100}" type="parTrans" cxnId="{EFA4E4AA-FF55-4FEE-910C-A5478D6EC3A1}">
      <dgm:prSet/>
      <dgm:spPr/>
      <dgm:t>
        <a:bodyPr/>
        <a:lstStyle/>
        <a:p>
          <a:endParaRPr lang="en-US"/>
        </a:p>
      </dgm:t>
    </dgm:pt>
    <dgm:pt modelId="{92DF52C5-91A9-46C9-8C3E-98CD48340ACC}" type="sibTrans" cxnId="{EFA4E4AA-FF55-4FEE-910C-A5478D6EC3A1}">
      <dgm:prSet/>
      <dgm:spPr/>
      <dgm:t>
        <a:bodyPr/>
        <a:lstStyle/>
        <a:p>
          <a:endParaRPr lang="en-US"/>
        </a:p>
      </dgm:t>
    </dgm:pt>
    <dgm:pt modelId="{D77E1082-4309-451D-9FBC-AF1A46C6D748}">
      <dgm:prSet phldrT="[Text]"/>
      <dgm:spPr/>
      <dgm:t>
        <a:bodyPr/>
        <a:lstStyle/>
        <a:p>
          <a:r>
            <a:rPr lang="en-US" dirty="0"/>
            <a:t>Send Notifications on Lodgment  </a:t>
          </a:r>
        </a:p>
      </dgm:t>
    </dgm:pt>
    <dgm:pt modelId="{DFCC4BFF-465A-4E26-8727-18641F9FC1A1}" type="parTrans" cxnId="{C10F8773-40C1-4862-AECA-67C2701CE627}">
      <dgm:prSet/>
      <dgm:spPr/>
      <dgm:t>
        <a:bodyPr/>
        <a:lstStyle/>
        <a:p>
          <a:endParaRPr lang="en-US"/>
        </a:p>
      </dgm:t>
    </dgm:pt>
    <dgm:pt modelId="{E944D453-4463-409F-BE7C-A7647560D964}" type="sibTrans" cxnId="{C10F8773-40C1-4862-AECA-67C2701CE627}">
      <dgm:prSet/>
      <dgm:spPr/>
      <dgm:t>
        <a:bodyPr/>
        <a:lstStyle/>
        <a:p>
          <a:endParaRPr lang="en-US"/>
        </a:p>
      </dgm:t>
    </dgm:pt>
    <dgm:pt modelId="{EF7EA87B-B5FC-4C84-A1CF-89483AAE9A83}">
      <dgm:prSet phldrT="[Text]"/>
      <dgm:spPr/>
      <dgm:t>
        <a:bodyPr/>
        <a:lstStyle/>
        <a:p>
          <a:r>
            <a:rPr lang="en-US" dirty="0"/>
            <a:t>Dispatch</a:t>
          </a:r>
        </a:p>
      </dgm:t>
    </dgm:pt>
    <dgm:pt modelId="{7BF93BD8-579A-4C20-9168-548D4AC03C0C}" type="parTrans" cxnId="{1F6BB4BE-ECCF-47C7-80C9-8D5D7FCAA38C}">
      <dgm:prSet/>
      <dgm:spPr/>
      <dgm:t>
        <a:bodyPr/>
        <a:lstStyle/>
        <a:p>
          <a:endParaRPr lang="en-US"/>
        </a:p>
      </dgm:t>
    </dgm:pt>
    <dgm:pt modelId="{8913CA7C-8B7D-45C9-AC8A-C6497ECE54FD}" type="sibTrans" cxnId="{1F6BB4BE-ECCF-47C7-80C9-8D5D7FCAA38C}">
      <dgm:prSet/>
      <dgm:spPr/>
      <dgm:t>
        <a:bodyPr/>
        <a:lstStyle/>
        <a:p>
          <a:endParaRPr lang="en-US"/>
        </a:p>
      </dgm:t>
    </dgm:pt>
    <dgm:pt modelId="{167409C3-40E8-4C2B-B6C1-0F16A2D51B85}">
      <dgm:prSet phldrT="[Text]"/>
      <dgm:spPr/>
      <dgm:t>
        <a:bodyPr/>
        <a:lstStyle/>
        <a:p>
          <a:r>
            <a:rPr lang="en-US" dirty="0"/>
            <a:t>Numbering</a:t>
          </a:r>
        </a:p>
      </dgm:t>
    </dgm:pt>
    <dgm:pt modelId="{DE70348C-10CC-4BE8-9E7E-98FA6B0AD388}" type="parTrans" cxnId="{A0ECE331-1972-44F7-AAC8-A69FFA8EE1DD}">
      <dgm:prSet/>
      <dgm:spPr/>
      <dgm:t>
        <a:bodyPr/>
        <a:lstStyle/>
        <a:p>
          <a:endParaRPr lang="en-US"/>
        </a:p>
      </dgm:t>
    </dgm:pt>
    <dgm:pt modelId="{3828473F-D286-4FE6-953F-A686B1FBCC59}" type="sibTrans" cxnId="{A0ECE331-1972-44F7-AAC8-A69FFA8EE1DD}">
      <dgm:prSet/>
      <dgm:spPr/>
      <dgm:t>
        <a:bodyPr/>
        <a:lstStyle/>
        <a:p>
          <a:endParaRPr lang="en-US"/>
        </a:p>
      </dgm:t>
    </dgm:pt>
    <dgm:pt modelId="{827F6A0E-B5B0-4B1C-99D3-B95AB9F2DF57}">
      <dgm:prSet phldrT="[Text]"/>
      <dgm:spPr>
        <a:solidFill>
          <a:srgbClr val="FFFF99"/>
        </a:solidFill>
      </dgm:spPr>
      <dgm:t>
        <a:bodyPr/>
        <a:lstStyle/>
        <a:p>
          <a:r>
            <a:rPr lang="en-US" dirty="0"/>
            <a:t>Reserve Parcel</a:t>
          </a:r>
        </a:p>
      </dgm:t>
    </dgm:pt>
    <dgm:pt modelId="{A9E0BE80-980C-4D96-AC98-6EEA4A025ECE}" type="parTrans" cxnId="{5444C17C-0D3A-45B5-AAA7-308047B24DAA}">
      <dgm:prSet/>
      <dgm:spPr/>
      <dgm:t>
        <a:bodyPr/>
        <a:lstStyle/>
        <a:p>
          <a:endParaRPr lang="en-US"/>
        </a:p>
      </dgm:t>
    </dgm:pt>
    <dgm:pt modelId="{CB8C31D7-68B9-4535-8FA9-D5A2935E4FF1}" type="sibTrans" cxnId="{5444C17C-0D3A-45B5-AAA7-308047B24DAA}">
      <dgm:prSet/>
      <dgm:spPr/>
      <dgm:t>
        <a:bodyPr/>
        <a:lstStyle/>
        <a:p>
          <a:endParaRPr lang="en-US"/>
        </a:p>
      </dgm:t>
    </dgm:pt>
    <dgm:pt modelId="{92E71353-96E4-44AF-980F-4CE637277307}">
      <dgm:prSet phldrT="[Text]"/>
      <dgm:spPr/>
      <dgm:t>
        <a:bodyPr/>
        <a:lstStyle/>
        <a:p>
          <a:r>
            <a:rPr lang="en-US" dirty="0"/>
            <a:t>First Level Examination</a:t>
          </a:r>
        </a:p>
      </dgm:t>
    </dgm:pt>
    <dgm:pt modelId="{7C46A523-1250-40DE-94E6-850C0607145C}" type="parTrans" cxnId="{9284798A-405B-4ED5-AC9C-4D3F0AB12038}">
      <dgm:prSet/>
      <dgm:spPr/>
      <dgm:t>
        <a:bodyPr/>
        <a:lstStyle/>
        <a:p>
          <a:endParaRPr lang="en-US"/>
        </a:p>
      </dgm:t>
    </dgm:pt>
    <dgm:pt modelId="{016A37FD-7687-45D9-9EE9-571AAD9451FE}" type="sibTrans" cxnId="{9284798A-405B-4ED5-AC9C-4D3F0AB12038}">
      <dgm:prSet/>
      <dgm:spPr/>
      <dgm:t>
        <a:bodyPr/>
        <a:lstStyle/>
        <a:p>
          <a:endParaRPr lang="en-US"/>
        </a:p>
      </dgm:t>
    </dgm:pt>
    <dgm:pt modelId="{C6F4026E-6FB7-4DE7-B9CA-B5A0E7899D00}">
      <dgm:prSet phldrT="[Text]"/>
      <dgm:spPr>
        <a:solidFill>
          <a:srgbClr val="FFFF99"/>
        </a:solidFill>
      </dgm:spPr>
      <dgm:t>
        <a:bodyPr/>
        <a:lstStyle/>
        <a:p>
          <a:r>
            <a:rPr lang="en-ZA" dirty="0"/>
            <a:t>Capture examination check results onto DB</a:t>
          </a:r>
          <a:endParaRPr lang="en-US" dirty="0"/>
        </a:p>
      </dgm:t>
    </dgm:pt>
    <dgm:pt modelId="{5BFFFFCA-B512-4FDA-ABC2-021A5189CC25}" type="parTrans" cxnId="{D8E1538D-F445-4E90-84A8-7548712D50C6}">
      <dgm:prSet/>
      <dgm:spPr/>
      <dgm:t>
        <a:bodyPr/>
        <a:lstStyle/>
        <a:p>
          <a:endParaRPr lang="en-US"/>
        </a:p>
      </dgm:t>
    </dgm:pt>
    <dgm:pt modelId="{FB3C2DF5-B078-4DF0-B377-5DF1557E8940}" type="sibTrans" cxnId="{D8E1538D-F445-4E90-84A8-7548712D50C6}">
      <dgm:prSet/>
      <dgm:spPr/>
      <dgm:t>
        <a:bodyPr/>
        <a:lstStyle/>
        <a:p>
          <a:endParaRPr lang="en-US"/>
        </a:p>
      </dgm:t>
    </dgm:pt>
    <dgm:pt modelId="{F4A497A2-F333-4A60-B210-415BFBD654D3}">
      <dgm:prSet phldrT="[Text]"/>
      <dgm:spPr>
        <a:solidFill>
          <a:srgbClr val="FFFF99"/>
        </a:solidFill>
      </dgm:spPr>
      <dgm:t>
        <a:bodyPr/>
        <a:lstStyle/>
        <a:p>
          <a:r>
            <a:rPr lang="en-US" dirty="0"/>
            <a:t>Queried Information rendered</a:t>
          </a:r>
        </a:p>
      </dgm:t>
    </dgm:pt>
    <dgm:pt modelId="{128FA247-749E-406D-BD50-4D2FFB2A284D}" type="parTrans" cxnId="{A578A620-4EEE-4E16-B074-A3AB60419856}">
      <dgm:prSet/>
      <dgm:spPr/>
      <dgm:t>
        <a:bodyPr/>
        <a:lstStyle/>
        <a:p>
          <a:endParaRPr lang="en-US"/>
        </a:p>
      </dgm:t>
    </dgm:pt>
    <dgm:pt modelId="{A803D342-24DE-4D74-85A1-AABF73C2CD15}" type="sibTrans" cxnId="{A578A620-4EEE-4E16-B074-A3AB60419856}">
      <dgm:prSet/>
      <dgm:spPr/>
      <dgm:t>
        <a:bodyPr/>
        <a:lstStyle/>
        <a:p>
          <a:endParaRPr lang="en-US"/>
        </a:p>
      </dgm:t>
    </dgm:pt>
    <dgm:pt modelId="{4D970B22-E596-47C4-8F3B-45799FDAE79E}">
      <dgm:prSet phldrT="[Text]"/>
      <dgm:spPr/>
      <dgm:t>
        <a:bodyPr/>
        <a:lstStyle/>
        <a:p>
          <a:r>
            <a:rPr lang="en-US" dirty="0"/>
            <a:t>Produce </a:t>
          </a:r>
          <a:r>
            <a:rPr lang="en-ZA" dirty="0"/>
            <a:t>Advisory Notes/ comments</a:t>
          </a:r>
          <a:endParaRPr lang="en-US" dirty="0"/>
        </a:p>
      </dgm:t>
    </dgm:pt>
    <dgm:pt modelId="{A79EF838-0383-4E9B-A1A5-F52E2ED78DF0}" type="parTrans" cxnId="{0F3D0A16-865C-4CD0-98BB-A209C4DEC93B}">
      <dgm:prSet/>
      <dgm:spPr/>
      <dgm:t>
        <a:bodyPr/>
        <a:lstStyle/>
        <a:p>
          <a:endParaRPr lang="en-US"/>
        </a:p>
      </dgm:t>
    </dgm:pt>
    <dgm:pt modelId="{7EC0E96C-DA8C-448E-8169-FC449204180D}" type="sibTrans" cxnId="{0F3D0A16-865C-4CD0-98BB-A209C4DEC93B}">
      <dgm:prSet/>
      <dgm:spPr/>
      <dgm:t>
        <a:bodyPr/>
        <a:lstStyle/>
        <a:p>
          <a:endParaRPr lang="en-US"/>
        </a:p>
      </dgm:t>
    </dgm:pt>
    <dgm:pt modelId="{1988B74C-AEAD-4087-AC38-58D573FE307C}">
      <dgm:prSet phldrT="[Text]"/>
      <dgm:spPr/>
      <dgm:t>
        <a:bodyPr/>
        <a:lstStyle/>
        <a:p>
          <a:r>
            <a:rPr lang="en-US" dirty="0"/>
            <a:t>Second Level Examination</a:t>
          </a:r>
        </a:p>
      </dgm:t>
    </dgm:pt>
    <dgm:pt modelId="{094A9A3B-E82A-415D-83A3-4379A15C79CC}" type="parTrans" cxnId="{87F602BD-7A5A-4B9D-A98D-8506796C9380}">
      <dgm:prSet/>
      <dgm:spPr/>
      <dgm:t>
        <a:bodyPr/>
        <a:lstStyle/>
        <a:p>
          <a:endParaRPr lang="en-US"/>
        </a:p>
      </dgm:t>
    </dgm:pt>
    <dgm:pt modelId="{5D11101E-3AFE-4324-85BD-179EFE4C39EE}" type="sibTrans" cxnId="{87F602BD-7A5A-4B9D-A98D-8506796C9380}">
      <dgm:prSet/>
      <dgm:spPr/>
      <dgm:t>
        <a:bodyPr/>
        <a:lstStyle/>
        <a:p>
          <a:endParaRPr lang="en-US"/>
        </a:p>
      </dgm:t>
    </dgm:pt>
    <dgm:pt modelId="{66BC1D5D-7582-4A99-9A46-9DF9E6B4A032}">
      <dgm:prSet phldrT="[Text]"/>
      <dgm:spPr>
        <a:solidFill>
          <a:srgbClr val="FFFF99"/>
        </a:solidFill>
      </dgm:spPr>
      <dgm:t>
        <a:bodyPr/>
        <a:lstStyle/>
        <a:p>
          <a:r>
            <a:rPr lang="en-US" dirty="0"/>
            <a:t>Queried information rendered</a:t>
          </a:r>
        </a:p>
      </dgm:t>
    </dgm:pt>
    <dgm:pt modelId="{BF3758E5-7F22-440B-AB6D-75737F640816}" type="parTrans" cxnId="{E09C903F-AF21-47DE-845B-104F9885AE09}">
      <dgm:prSet/>
      <dgm:spPr/>
      <dgm:t>
        <a:bodyPr/>
        <a:lstStyle/>
        <a:p>
          <a:endParaRPr lang="en-US"/>
        </a:p>
      </dgm:t>
    </dgm:pt>
    <dgm:pt modelId="{DB11911E-5F4F-41F2-80B7-46B1BBDE71E8}" type="sibTrans" cxnId="{E09C903F-AF21-47DE-845B-104F9885AE09}">
      <dgm:prSet/>
      <dgm:spPr/>
      <dgm:t>
        <a:bodyPr/>
        <a:lstStyle/>
        <a:p>
          <a:endParaRPr lang="en-US"/>
        </a:p>
      </dgm:t>
    </dgm:pt>
    <dgm:pt modelId="{C8650B5B-4041-421B-BEE6-1CDC35202EEA}">
      <dgm:prSet phldrT="[Text]"/>
      <dgm:spPr/>
      <dgm:t>
        <a:bodyPr/>
        <a:lstStyle/>
        <a:p>
          <a:r>
            <a:rPr lang="en-US" dirty="0"/>
            <a:t>Capture Legislative compliance check result</a:t>
          </a:r>
        </a:p>
      </dgm:t>
    </dgm:pt>
    <dgm:pt modelId="{4D4A41C8-6F30-468F-93D3-43A971CB9137}" type="parTrans" cxnId="{DE3CFF51-CD44-4617-98BF-0CFF80850FC9}">
      <dgm:prSet/>
      <dgm:spPr/>
      <dgm:t>
        <a:bodyPr/>
        <a:lstStyle/>
        <a:p>
          <a:endParaRPr lang="en-US"/>
        </a:p>
      </dgm:t>
    </dgm:pt>
    <dgm:pt modelId="{27710B07-0D38-4464-8862-8FABCCF83E1E}" type="sibTrans" cxnId="{DE3CFF51-CD44-4617-98BF-0CFF80850FC9}">
      <dgm:prSet/>
      <dgm:spPr/>
      <dgm:t>
        <a:bodyPr/>
        <a:lstStyle/>
        <a:p>
          <a:endParaRPr lang="en-US"/>
        </a:p>
      </dgm:t>
    </dgm:pt>
    <dgm:pt modelId="{86F2707B-055B-4DF1-A0F3-6AFBFA15899A}">
      <dgm:prSet phldrT="[Text]"/>
      <dgm:spPr/>
      <dgm:t>
        <a:bodyPr/>
        <a:lstStyle/>
        <a:p>
          <a:r>
            <a:rPr lang="en-US" dirty="0"/>
            <a:t>Maintenance</a:t>
          </a:r>
        </a:p>
      </dgm:t>
    </dgm:pt>
    <dgm:pt modelId="{C4A70080-8AAD-45BE-85B0-CE42738E13E0}" type="parTrans" cxnId="{56BD2BC7-BE33-4B7B-B0F9-473AE9F14876}">
      <dgm:prSet/>
      <dgm:spPr/>
      <dgm:t>
        <a:bodyPr/>
        <a:lstStyle/>
        <a:p>
          <a:endParaRPr lang="en-US"/>
        </a:p>
      </dgm:t>
    </dgm:pt>
    <dgm:pt modelId="{A8F10F45-4334-42C0-ADD8-87FA93267502}" type="sibTrans" cxnId="{56BD2BC7-BE33-4B7B-B0F9-473AE9F14876}">
      <dgm:prSet/>
      <dgm:spPr/>
      <dgm:t>
        <a:bodyPr/>
        <a:lstStyle/>
        <a:p>
          <a:endParaRPr lang="en-US"/>
        </a:p>
      </dgm:t>
    </dgm:pt>
    <dgm:pt modelId="{0F354201-0C1A-4A4A-8F42-915923582DAB}">
      <dgm:prSet phldrT="[Text]"/>
      <dgm:spPr/>
      <dgm:t>
        <a:bodyPr/>
        <a:lstStyle/>
        <a:p>
          <a:r>
            <a:rPr lang="en-US" dirty="0"/>
            <a:t>Perform Endorsements</a:t>
          </a:r>
        </a:p>
      </dgm:t>
    </dgm:pt>
    <dgm:pt modelId="{530F83DD-0055-4096-B803-E7EA4E58B512}" type="parTrans" cxnId="{CD3DC3E3-9FA4-42A4-AD1E-F1B5264960E9}">
      <dgm:prSet/>
      <dgm:spPr/>
      <dgm:t>
        <a:bodyPr/>
        <a:lstStyle/>
        <a:p>
          <a:endParaRPr lang="en-US"/>
        </a:p>
      </dgm:t>
    </dgm:pt>
    <dgm:pt modelId="{E9FE73FF-F2EE-4958-BB92-3B31CEBE1B9A}" type="sibTrans" cxnId="{CD3DC3E3-9FA4-42A4-AD1E-F1B5264960E9}">
      <dgm:prSet/>
      <dgm:spPr/>
      <dgm:t>
        <a:bodyPr/>
        <a:lstStyle/>
        <a:p>
          <a:endParaRPr lang="en-US"/>
        </a:p>
      </dgm:t>
    </dgm:pt>
    <dgm:pt modelId="{C4CB8716-1FAD-4DBD-8102-C01E013601A0}">
      <dgm:prSet phldrT="[Text]"/>
      <dgm:spPr>
        <a:solidFill>
          <a:srgbClr val="FFFF99"/>
        </a:solidFill>
      </dgm:spPr>
      <dgm:t>
        <a:bodyPr/>
        <a:lstStyle/>
        <a:p>
          <a:r>
            <a:rPr lang="en-US" dirty="0"/>
            <a:t>Request Information  issued</a:t>
          </a:r>
        </a:p>
      </dgm:t>
    </dgm:pt>
    <dgm:pt modelId="{FC541FC5-355D-4B1C-8D3A-304D43ED9E0E}" type="parTrans" cxnId="{79BC4EA8-9D57-4ECA-AD3F-F96A502F30B0}">
      <dgm:prSet/>
      <dgm:spPr/>
      <dgm:t>
        <a:bodyPr/>
        <a:lstStyle/>
        <a:p>
          <a:endParaRPr lang="en-US"/>
        </a:p>
      </dgm:t>
    </dgm:pt>
    <dgm:pt modelId="{5522A6DA-02AF-4AD4-B471-01FF7E7EE1F8}" type="sibTrans" cxnId="{79BC4EA8-9D57-4ECA-AD3F-F96A502F30B0}">
      <dgm:prSet/>
      <dgm:spPr/>
      <dgm:t>
        <a:bodyPr/>
        <a:lstStyle/>
        <a:p>
          <a:endParaRPr lang="en-US"/>
        </a:p>
      </dgm:t>
    </dgm:pt>
    <dgm:pt modelId="{3FEA3A37-4F82-44CD-AC53-B1636D674FCE}">
      <dgm:prSet phldrT="[Text]"/>
      <dgm:spPr/>
      <dgm:t>
        <a:bodyPr/>
        <a:lstStyle/>
        <a:p>
          <a:r>
            <a:rPr lang="en-US" dirty="0"/>
            <a:t>Invoice Issued</a:t>
          </a:r>
        </a:p>
      </dgm:t>
    </dgm:pt>
    <dgm:pt modelId="{551A1E1E-17FE-4CF5-BF8C-78CB6FB218E4}" type="parTrans" cxnId="{A80AEA8B-5A57-4FE1-8558-7C26EDAD6B7E}">
      <dgm:prSet/>
      <dgm:spPr/>
      <dgm:t>
        <a:bodyPr/>
        <a:lstStyle/>
        <a:p>
          <a:endParaRPr lang="en-US"/>
        </a:p>
      </dgm:t>
    </dgm:pt>
    <dgm:pt modelId="{A817EB80-3243-4694-A307-ED49AD6EF393}" type="sibTrans" cxnId="{A80AEA8B-5A57-4FE1-8558-7C26EDAD6B7E}">
      <dgm:prSet/>
      <dgm:spPr/>
      <dgm:t>
        <a:bodyPr/>
        <a:lstStyle/>
        <a:p>
          <a:endParaRPr lang="en-US"/>
        </a:p>
      </dgm:t>
    </dgm:pt>
    <dgm:pt modelId="{491C25B3-A576-40D1-9A09-831A156E4468}">
      <dgm:prSet phldrT="[Text]"/>
      <dgm:spPr>
        <a:solidFill>
          <a:srgbClr val="FFFF99"/>
        </a:solidFill>
      </dgm:spPr>
      <dgm:t>
        <a:bodyPr/>
        <a:lstStyle/>
        <a:p>
          <a:r>
            <a:rPr lang="en-US" dirty="0"/>
            <a:t>Queried Information rendered </a:t>
          </a:r>
        </a:p>
      </dgm:t>
    </dgm:pt>
    <dgm:pt modelId="{9D667549-DD22-463B-AC8F-2387452DDFAC}" type="parTrans" cxnId="{3EEE76C4-1579-4501-806A-85CCAA169C7D}">
      <dgm:prSet/>
      <dgm:spPr/>
      <dgm:t>
        <a:bodyPr/>
        <a:lstStyle/>
        <a:p>
          <a:endParaRPr lang="en-US"/>
        </a:p>
      </dgm:t>
    </dgm:pt>
    <dgm:pt modelId="{0628FC5B-F0AB-4E4E-BBC7-E6FD4467A08E}" type="sibTrans" cxnId="{3EEE76C4-1579-4501-806A-85CCAA169C7D}">
      <dgm:prSet/>
      <dgm:spPr/>
      <dgm:t>
        <a:bodyPr/>
        <a:lstStyle/>
        <a:p>
          <a:endParaRPr lang="en-US"/>
        </a:p>
      </dgm:t>
    </dgm:pt>
    <dgm:pt modelId="{0FCDE6A2-043C-4B2C-A416-39D2D3E26B00}">
      <dgm:prSet phldrT="[Text]"/>
      <dgm:spPr/>
      <dgm:t>
        <a:bodyPr/>
        <a:lstStyle/>
        <a:p>
          <a:r>
            <a:rPr lang="en-US" dirty="0"/>
            <a:t>Capture Client Information</a:t>
          </a:r>
        </a:p>
      </dgm:t>
    </dgm:pt>
    <dgm:pt modelId="{B8018A4C-FC18-418B-8B21-6217B4E03CC4}" type="parTrans" cxnId="{324FE8FD-5342-4664-8F75-91E7CC8FCD71}">
      <dgm:prSet/>
      <dgm:spPr/>
      <dgm:t>
        <a:bodyPr/>
        <a:lstStyle/>
        <a:p>
          <a:endParaRPr lang="en-US"/>
        </a:p>
      </dgm:t>
    </dgm:pt>
    <dgm:pt modelId="{16B1BBA8-3D69-44B6-992E-98BBD12E8AC9}" type="sibTrans" cxnId="{324FE8FD-5342-4664-8F75-91E7CC8FCD71}">
      <dgm:prSet/>
      <dgm:spPr/>
      <dgm:t>
        <a:bodyPr/>
        <a:lstStyle/>
        <a:p>
          <a:endParaRPr lang="en-US"/>
        </a:p>
      </dgm:t>
    </dgm:pt>
    <dgm:pt modelId="{60A271DF-662F-40A7-AAED-AFBFE39AFB58}">
      <dgm:prSet phldrT="[Text]"/>
      <dgm:spPr/>
      <dgm:t>
        <a:bodyPr/>
        <a:lstStyle/>
        <a:p>
          <a:r>
            <a:rPr lang="en-US" dirty="0"/>
            <a:t>Dockets produced</a:t>
          </a:r>
        </a:p>
      </dgm:t>
    </dgm:pt>
    <dgm:pt modelId="{837C3B5F-208E-4FEE-870F-33FA1F39A9D2}" type="sibTrans" cxnId="{6789B40F-DF87-4B32-B4B3-4F2BB657F8DF}">
      <dgm:prSet/>
      <dgm:spPr/>
      <dgm:t>
        <a:bodyPr/>
        <a:lstStyle/>
        <a:p>
          <a:endParaRPr lang="en-ZA"/>
        </a:p>
      </dgm:t>
    </dgm:pt>
    <dgm:pt modelId="{39B834A3-9E17-4BE3-ABDA-DDFFFF012F72}" type="parTrans" cxnId="{6789B40F-DF87-4B32-B4B3-4F2BB657F8DF}">
      <dgm:prSet/>
      <dgm:spPr/>
      <dgm:t>
        <a:bodyPr/>
        <a:lstStyle/>
        <a:p>
          <a:endParaRPr lang="en-ZA"/>
        </a:p>
      </dgm:t>
    </dgm:pt>
    <dgm:pt modelId="{8A789704-8202-4C89-9D0C-99F8231C3291}">
      <dgm:prSet phldrT="[Text]"/>
      <dgm:spPr/>
      <dgm:t>
        <a:bodyPr/>
        <a:lstStyle/>
        <a:p>
          <a:r>
            <a:rPr lang="en-US" dirty="0"/>
            <a:t>Email notification sent to Land Surveyor</a:t>
          </a:r>
        </a:p>
      </dgm:t>
    </dgm:pt>
    <dgm:pt modelId="{B47988E7-78F1-4102-86EF-0395C9241BDE}" type="parTrans" cxnId="{82872677-AFCE-4BE0-84C8-55FF35EAE233}">
      <dgm:prSet/>
      <dgm:spPr/>
      <dgm:t>
        <a:bodyPr/>
        <a:lstStyle/>
        <a:p>
          <a:endParaRPr lang="en-ZA"/>
        </a:p>
      </dgm:t>
    </dgm:pt>
    <dgm:pt modelId="{EBFB0AB5-B5B7-4912-AB25-08B692ADF998}" type="sibTrans" cxnId="{82872677-AFCE-4BE0-84C8-55FF35EAE233}">
      <dgm:prSet/>
      <dgm:spPr/>
      <dgm:t>
        <a:bodyPr/>
        <a:lstStyle/>
        <a:p>
          <a:endParaRPr lang="en-ZA"/>
        </a:p>
      </dgm:t>
    </dgm:pt>
    <dgm:pt modelId="{FCB0D21D-6FA2-4AC5-A990-00863461109B}">
      <dgm:prSet phldrT="[Text]"/>
      <dgm:spPr/>
      <dgm:t>
        <a:bodyPr/>
        <a:lstStyle/>
        <a:p>
          <a:r>
            <a:rPr lang="en-US" dirty="0"/>
            <a:t>Approve or Return with comments</a:t>
          </a:r>
        </a:p>
      </dgm:t>
    </dgm:pt>
    <dgm:pt modelId="{B88CA0F5-4174-4B55-959C-E8189FB5E41C}" type="parTrans" cxnId="{37D3170A-6D39-4992-9056-348708E9B7C0}">
      <dgm:prSet/>
      <dgm:spPr/>
      <dgm:t>
        <a:bodyPr/>
        <a:lstStyle/>
        <a:p>
          <a:endParaRPr lang="en-ZA"/>
        </a:p>
      </dgm:t>
    </dgm:pt>
    <dgm:pt modelId="{D0CABE00-C696-408F-BF79-F99E13B881B1}" type="sibTrans" cxnId="{37D3170A-6D39-4992-9056-348708E9B7C0}">
      <dgm:prSet/>
      <dgm:spPr/>
      <dgm:t>
        <a:bodyPr/>
        <a:lstStyle/>
        <a:p>
          <a:endParaRPr lang="en-ZA"/>
        </a:p>
      </dgm:t>
    </dgm:pt>
    <dgm:pt modelId="{03E7FD69-2A8B-45D1-B33D-6E6159F52C70}">
      <dgm:prSet phldrT="[Text]"/>
      <dgm:spPr/>
      <dgm:t>
        <a:bodyPr/>
        <a:lstStyle/>
        <a:p>
          <a:r>
            <a:rPr lang="en-US" dirty="0"/>
            <a:t>Post Approval process</a:t>
          </a:r>
        </a:p>
      </dgm:t>
    </dgm:pt>
    <dgm:pt modelId="{EB5DD548-7F75-4840-B94E-CA77FA3E26CA}" type="sibTrans" cxnId="{865B8F54-93FC-4374-8EAC-2FE3AE68F155}">
      <dgm:prSet/>
      <dgm:spPr/>
      <dgm:t>
        <a:bodyPr/>
        <a:lstStyle/>
        <a:p>
          <a:endParaRPr lang="en-US"/>
        </a:p>
      </dgm:t>
    </dgm:pt>
    <dgm:pt modelId="{C4E34CE5-8DAB-4014-9F61-5A47FD1A5B6B}" type="parTrans" cxnId="{865B8F54-93FC-4374-8EAC-2FE3AE68F155}">
      <dgm:prSet/>
      <dgm:spPr/>
      <dgm:t>
        <a:bodyPr/>
        <a:lstStyle/>
        <a:p>
          <a:endParaRPr lang="en-US"/>
        </a:p>
      </dgm:t>
    </dgm:pt>
    <dgm:pt modelId="{A4C2D8CD-847F-4523-A504-C63354536353}">
      <dgm:prSet phldrT="[Text]"/>
      <dgm:spPr>
        <a:solidFill>
          <a:srgbClr val="FFFF99"/>
        </a:solidFill>
      </dgm:spPr>
      <dgm:t>
        <a:bodyPr/>
        <a:lstStyle/>
        <a:p>
          <a:r>
            <a:rPr lang="en-US" dirty="0"/>
            <a:t>Perform data Updates/ Amendments</a:t>
          </a:r>
        </a:p>
      </dgm:t>
    </dgm:pt>
    <dgm:pt modelId="{8131C2BC-F0D2-4840-B751-26A8A4F10CDF}" type="sibTrans" cxnId="{2A565A46-F530-42BB-B3DC-EBA372DD4743}">
      <dgm:prSet/>
      <dgm:spPr/>
      <dgm:t>
        <a:bodyPr/>
        <a:lstStyle/>
        <a:p>
          <a:endParaRPr lang="en-US"/>
        </a:p>
      </dgm:t>
    </dgm:pt>
    <dgm:pt modelId="{368A8C97-8B14-4681-B02B-9B398D2A73EE}" type="parTrans" cxnId="{2A565A46-F530-42BB-B3DC-EBA372DD4743}">
      <dgm:prSet/>
      <dgm:spPr/>
      <dgm:t>
        <a:bodyPr/>
        <a:lstStyle/>
        <a:p>
          <a:endParaRPr lang="en-US"/>
        </a:p>
      </dgm:t>
    </dgm:pt>
    <dgm:pt modelId="{C7F602D1-2125-47F3-B188-0BD44B2A05AB}">
      <dgm:prSet phldrT="[Text]"/>
      <dgm:spPr/>
      <dgm:t>
        <a:bodyPr/>
        <a:lstStyle/>
        <a:p>
          <a:r>
            <a:rPr lang="en-US" dirty="0"/>
            <a:t>Information Provision</a:t>
          </a:r>
        </a:p>
      </dgm:t>
    </dgm:pt>
    <dgm:pt modelId="{83FAA81F-10F2-4654-AC57-B7E0B3C91790}" type="parTrans" cxnId="{741CC95D-0F1D-429C-B0AC-547C9B1940D4}">
      <dgm:prSet/>
      <dgm:spPr/>
      <dgm:t>
        <a:bodyPr/>
        <a:lstStyle/>
        <a:p>
          <a:endParaRPr lang="en-ZA"/>
        </a:p>
      </dgm:t>
    </dgm:pt>
    <dgm:pt modelId="{1D4BD4DD-BB48-455F-92FF-23536B6DBE8C}" type="sibTrans" cxnId="{741CC95D-0F1D-429C-B0AC-547C9B1940D4}">
      <dgm:prSet/>
      <dgm:spPr/>
      <dgm:t>
        <a:bodyPr/>
        <a:lstStyle/>
        <a:p>
          <a:endParaRPr lang="en-ZA"/>
        </a:p>
      </dgm:t>
    </dgm:pt>
    <dgm:pt modelId="{6BA4FA74-955F-4037-A08A-4BE50A997FD0}">
      <dgm:prSet phldrT="[Text]"/>
      <dgm:spPr/>
      <dgm:t>
        <a:bodyPr/>
        <a:lstStyle/>
        <a:p>
          <a:r>
            <a:rPr lang="en-US" dirty="0"/>
            <a:t>Scanning</a:t>
          </a:r>
        </a:p>
      </dgm:t>
    </dgm:pt>
    <dgm:pt modelId="{7B6CC294-040B-4E13-9EDC-35FE15D89F24}" type="parTrans" cxnId="{78ED9841-B305-4D31-A1A9-2821C95CD788}">
      <dgm:prSet/>
      <dgm:spPr/>
      <dgm:t>
        <a:bodyPr/>
        <a:lstStyle/>
        <a:p>
          <a:endParaRPr lang="en-ZA"/>
        </a:p>
      </dgm:t>
    </dgm:pt>
    <dgm:pt modelId="{A1ECF020-C456-4393-A300-8EE0EA4DD60F}" type="sibTrans" cxnId="{78ED9841-B305-4D31-A1A9-2821C95CD788}">
      <dgm:prSet/>
      <dgm:spPr/>
      <dgm:t>
        <a:bodyPr/>
        <a:lstStyle/>
        <a:p>
          <a:endParaRPr lang="en-ZA"/>
        </a:p>
      </dgm:t>
    </dgm:pt>
    <dgm:pt modelId="{BA7FB0E5-69B9-4739-BF9D-CB65CAD8B7B0}">
      <dgm:prSet phldrT="[Text]"/>
      <dgm:spPr>
        <a:solidFill>
          <a:srgbClr val="FFFF99">
            <a:alpha val="90000"/>
          </a:srgbClr>
        </a:solidFill>
      </dgm:spPr>
      <dgm:t>
        <a:bodyPr/>
        <a:lstStyle/>
        <a:p>
          <a:r>
            <a:rPr lang="en-US" dirty="0"/>
            <a:t>Post Approval Process</a:t>
          </a:r>
        </a:p>
      </dgm:t>
    </dgm:pt>
    <dgm:pt modelId="{B68EB5BD-F059-4D67-A5CF-54CA698034C7}" type="parTrans" cxnId="{D4033272-A0D7-4401-B535-71E1ECAAB36B}">
      <dgm:prSet/>
      <dgm:spPr/>
      <dgm:t>
        <a:bodyPr/>
        <a:lstStyle/>
        <a:p>
          <a:endParaRPr lang="en-US"/>
        </a:p>
      </dgm:t>
    </dgm:pt>
    <dgm:pt modelId="{8C10D859-7F00-4410-890D-8D26658685A7}" type="sibTrans" cxnId="{D4033272-A0D7-4401-B535-71E1ECAAB36B}">
      <dgm:prSet/>
      <dgm:spPr/>
      <dgm:t>
        <a:bodyPr/>
        <a:lstStyle/>
        <a:p>
          <a:endParaRPr lang="en-US"/>
        </a:p>
      </dgm:t>
    </dgm:pt>
    <dgm:pt modelId="{4B215143-5DB9-423D-AF70-C3B542895F8A}">
      <dgm:prSet phldrT="[Text]"/>
      <dgm:spPr/>
      <dgm:t>
        <a:bodyPr/>
        <a:lstStyle/>
        <a:p>
          <a:r>
            <a:rPr lang="en-US" dirty="0"/>
            <a:t>Data Capture</a:t>
          </a:r>
        </a:p>
      </dgm:t>
    </dgm:pt>
    <dgm:pt modelId="{3463E9D7-7464-49CD-9DCF-3D7E0CAB531E}" type="parTrans" cxnId="{04EC8390-D91C-42FD-AD3F-95D9D61ABA61}">
      <dgm:prSet/>
      <dgm:spPr/>
      <dgm:t>
        <a:bodyPr/>
        <a:lstStyle/>
        <a:p>
          <a:endParaRPr lang="en-US"/>
        </a:p>
      </dgm:t>
    </dgm:pt>
    <dgm:pt modelId="{207FB8CD-F722-4BD5-A239-9F0B09AE2942}" type="sibTrans" cxnId="{04EC8390-D91C-42FD-AD3F-95D9D61ABA61}">
      <dgm:prSet/>
      <dgm:spPr/>
      <dgm:t>
        <a:bodyPr/>
        <a:lstStyle/>
        <a:p>
          <a:endParaRPr lang="en-US"/>
        </a:p>
      </dgm:t>
    </dgm:pt>
    <dgm:pt modelId="{780AD60F-7B8C-465A-9EA8-AA118F8E0264}">
      <dgm:prSet phldrT="[Text]"/>
      <dgm:spPr>
        <a:solidFill>
          <a:srgbClr val="FFFF99"/>
        </a:solidFill>
      </dgm:spPr>
      <dgm:t>
        <a:bodyPr/>
        <a:lstStyle/>
        <a:p>
          <a:r>
            <a:rPr lang="en-US" dirty="0"/>
            <a:t>Capture Sectional Plan</a:t>
          </a:r>
        </a:p>
      </dgm:t>
    </dgm:pt>
    <dgm:pt modelId="{C21ED6F7-EEB6-40A4-B4C3-96CAEBE696B0}" type="parTrans" cxnId="{D07E7CFE-D307-450B-889E-78E1E4112FE2}">
      <dgm:prSet/>
      <dgm:spPr/>
      <dgm:t>
        <a:bodyPr/>
        <a:lstStyle/>
        <a:p>
          <a:endParaRPr lang="en-US"/>
        </a:p>
      </dgm:t>
    </dgm:pt>
    <dgm:pt modelId="{54758BA8-14B5-4079-AD57-57BAA7501C93}" type="sibTrans" cxnId="{D07E7CFE-D307-450B-889E-78E1E4112FE2}">
      <dgm:prSet/>
      <dgm:spPr/>
      <dgm:t>
        <a:bodyPr/>
        <a:lstStyle/>
        <a:p>
          <a:endParaRPr lang="en-US"/>
        </a:p>
      </dgm:t>
    </dgm:pt>
    <dgm:pt modelId="{D230B5B0-CE59-4DCA-8566-532DDDC848E4}">
      <dgm:prSet phldrT="[Text]"/>
      <dgm:spPr>
        <a:solidFill>
          <a:srgbClr val="FFFF99"/>
        </a:solidFill>
      </dgm:spPr>
      <dgm:t>
        <a:bodyPr/>
        <a:lstStyle/>
        <a:p>
          <a:r>
            <a:rPr lang="en-US" dirty="0"/>
            <a:t>Capture Header Information</a:t>
          </a:r>
        </a:p>
      </dgm:t>
    </dgm:pt>
    <dgm:pt modelId="{045536A9-A1DC-40E0-B363-0340D3F60C37}" type="parTrans" cxnId="{0B4182C5-B786-4759-BD86-D1EEC5C258E2}">
      <dgm:prSet/>
      <dgm:spPr/>
      <dgm:t>
        <a:bodyPr/>
        <a:lstStyle/>
        <a:p>
          <a:endParaRPr lang="en-US"/>
        </a:p>
      </dgm:t>
    </dgm:pt>
    <dgm:pt modelId="{E8AB2651-42F0-4C50-A616-5FD0D50C11C1}" type="sibTrans" cxnId="{0B4182C5-B786-4759-BD86-D1EEC5C258E2}">
      <dgm:prSet/>
      <dgm:spPr/>
      <dgm:t>
        <a:bodyPr/>
        <a:lstStyle/>
        <a:p>
          <a:endParaRPr lang="en-US"/>
        </a:p>
      </dgm:t>
    </dgm:pt>
    <dgm:pt modelId="{52D01430-79E3-41AB-B6EC-C31A99829515}">
      <dgm:prSet phldrT="[Text]"/>
      <dgm:spPr>
        <a:solidFill>
          <a:srgbClr val="FFFF99"/>
        </a:solidFill>
      </dgm:spPr>
      <dgm:t>
        <a:bodyPr/>
        <a:lstStyle/>
        <a:p>
          <a:r>
            <a:rPr lang="en-US" dirty="0"/>
            <a:t>Capture Numeric Data</a:t>
          </a:r>
        </a:p>
      </dgm:t>
    </dgm:pt>
    <dgm:pt modelId="{FE172AE6-2A42-4CE3-9C31-C7941487053A}" type="parTrans" cxnId="{14193CEC-EC54-41A3-B20A-5C55B5B80BAB}">
      <dgm:prSet/>
      <dgm:spPr/>
      <dgm:t>
        <a:bodyPr/>
        <a:lstStyle/>
        <a:p>
          <a:endParaRPr lang="en-US"/>
        </a:p>
      </dgm:t>
    </dgm:pt>
    <dgm:pt modelId="{3C831C6E-4B58-45C9-BB6F-8682EB6D8B4E}" type="sibTrans" cxnId="{14193CEC-EC54-41A3-B20A-5C55B5B80BAB}">
      <dgm:prSet/>
      <dgm:spPr/>
      <dgm:t>
        <a:bodyPr/>
        <a:lstStyle/>
        <a:p>
          <a:endParaRPr lang="en-US"/>
        </a:p>
      </dgm:t>
    </dgm:pt>
    <dgm:pt modelId="{520C782A-24FC-4663-B7F3-B1E54EF9BBFA}">
      <dgm:prSet phldrT="[Text]"/>
      <dgm:spPr>
        <a:solidFill>
          <a:srgbClr val="FFFF99"/>
        </a:solidFill>
      </dgm:spPr>
      <dgm:t>
        <a:bodyPr/>
        <a:lstStyle/>
        <a:p>
          <a:r>
            <a:rPr lang="en-US" dirty="0"/>
            <a:t>Produce Consistency Check report</a:t>
          </a:r>
        </a:p>
      </dgm:t>
    </dgm:pt>
    <dgm:pt modelId="{3BDE24C4-81F8-4E5C-8929-6F3E3D40F1A7}" type="parTrans" cxnId="{2ACDC103-0574-418E-95C0-AB81E46DF23D}">
      <dgm:prSet/>
      <dgm:spPr/>
      <dgm:t>
        <a:bodyPr/>
        <a:lstStyle/>
        <a:p>
          <a:endParaRPr lang="en-US"/>
        </a:p>
      </dgm:t>
    </dgm:pt>
    <dgm:pt modelId="{A9CD93A0-0CC6-4E3A-A2D4-4207DDDF8895}" type="sibTrans" cxnId="{2ACDC103-0574-418E-95C0-AB81E46DF23D}">
      <dgm:prSet/>
      <dgm:spPr/>
      <dgm:t>
        <a:bodyPr/>
        <a:lstStyle/>
        <a:p>
          <a:endParaRPr lang="en-US"/>
        </a:p>
      </dgm:t>
    </dgm:pt>
    <dgm:pt modelId="{4B81D00C-BE2A-4E30-B80B-FDC583EF0D5F}">
      <dgm:prSet phldrT="[Text]"/>
      <dgm:spPr>
        <a:solidFill>
          <a:srgbClr val="FFFF99"/>
        </a:solidFill>
      </dgm:spPr>
      <dgm:t>
        <a:bodyPr/>
        <a:lstStyle/>
        <a:p>
          <a:r>
            <a:rPr lang="en-US" dirty="0"/>
            <a:t>Numbering</a:t>
          </a:r>
        </a:p>
      </dgm:t>
    </dgm:pt>
    <dgm:pt modelId="{F74612C7-70D6-4E74-867C-C15257EA294B}" type="parTrans" cxnId="{CC1C7A3C-F65C-4D8C-9857-4178EDD5482D}">
      <dgm:prSet/>
      <dgm:spPr/>
      <dgm:t>
        <a:bodyPr/>
        <a:lstStyle/>
        <a:p>
          <a:endParaRPr lang="en-US"/>
        </a:p>
      </dgm:t>
    </dgm:pt>
    <dgm:pt modelId="{84756911-F455-47EE-B1AF-A67434D615CB}" type="sibTrans" cxnId="{CC1C7A3C-F65C-4D8C-9857-4178EDD5482D}">
      <dgm:prSet/>
      <dgm:spPr/>
      <dgm:t>
        <a:bodyPr/>
        <a:lstStyle/>
        <a:p>
          <a:endParaRPr lang="en-US"/>
        </a:p>
      </dgm:t>
    </dgm:pt>
    <dgm:pt modelId="{31DE207F-3C6F-49AD-890E-30A7F611D1E6}">
      <dgm:prSet phldrT="[Text]"/>
      <dgm:spPr>
        <a:solidFill>
          <a:srgbClr val="FFFF99"/>
        </a:solidFill>
      </dgm:spPr>
      <dgm:t>
        <a:bodyPr/>
        <a:lstStyle/>
        <a:p>
          <a:r>
            <a:rPr lang="en-US" dirty="0"/>
            <a:t>Noting</a:t>
          </a:r>
        </a:p>
      </dgm:t>
    </dgm:pt>
    <dgm:pt modelId="{6267A1E0-0E97-4243-9A84-B7F5FAFC70D0}" type="parTrans" cxnId="{36D2C0FE-171F-4E58-9788-06A6F9795694}">
      <dgm:prSet/>
      <dgm:spPr/>
      <dgm:t>
        <a:bodyPr/>
        <a:lstStyle/>
        <a:p>
          <a:endParaRPr lang="en-ZA"/>
        </a:p>
      </dgm:t>
    </dgm:pt>
    <dgm:pt modelId="{1101D88D-F3BA-4266-BE84-D6E572DE3718}" type="sibTrans" cxnId="{36D2C0FE-171F-4E58-9788-06A6F9795694}">
      <dgm:prSet/>
      <dgm:spPr/>
      <dgm:t>
        <a:bodyPr/>
        <a:lstStyle/>
        <a:p>
          <a:endParaRPr lang="en-ZA"/>
        </a:p>
      </dgm:t>
    </dgm:pt>
    <dgm:pt modelId="{79CDAF8E-56DA-40EC-B179-AC6DD7C738D8}">
      <dgm:prSet phldrT="[Text]"/>
      <dgm:spPr>
        <a:solidFill>
          <a:srgbClr val="FFFF99"/>
        </a:solidFill>
      </dgm:spPr>
      <dgm:t>
        <a:bodyPr/>
        <a:lstStyle/>
        <a:p>
          <a:r>
            <a:rPr lang="en-US"/>
            <a:t>Capture Boundary Data in Spatial &amp; Alpha Numeric</a:t>
          </a:r>
          <a:endParaRPr lang="en-US" dirty="0"/>
        </a:p>
      </dgm:t>
    </dgm:pt>
    <dgm:pt modelId="{B7F2F219-C18B-4DFF-BB6B-40DB79DA9CE8}" type="parTrans" cxnId="{DCBEDAD3-29C1-4101-AE6B-D490940E132F}">
      <dgm:prSet/>
      <dgm:spPr/>
      <dgm:t>
        <a:bodyPr/>
        <a:lstStyle/>
        <a:p>
          <a:endParaRPr lang="en-ZA"/>
        </a:p>
      </dgm:t>
    </dgm:pt>
    <dgm:pt modelId="{B919DF44-2EF4-4E59-BB51-CD42B5C7FFFB}" type="sibTrans" cxnId="{DCBEDAD3-29C1-4101-AE6B-D490940E132F}">
      <dgm:prSet/>
      <dgm:spPr/>
      <dgm:t>
        <a:bodyPr/>
        <a:lstStyle/>
        <a:p>
          <a:endParaRPr lang="en-ZA"/>
        </a:p>
      </dgm:t>
    </dgm:pt>
    <dgm:pt modelId="{57D6BA50-19D5-4872-847B-FEC2B2F43154}" type="pres">
      <dgm:prSet presAssocID="{4D4433A8-58F4-4FC4-B0EF-2A0B9229C137}" presName="diagram" presStyleCnt="0">
        <dgm:presLayoutVars>
          <dgm:chPref val="1"/>
          <dgm:dir/>
          <dgm:animOne val="branch"/>
          <dgm:animLvl val="lvl"/>
          <dgm:resizeHandles/>
        </dgm:presLayoutVars>
      </dgm:prSet>
      <dgm:spPr/>
    </dgm:pt>
    <dgm:pt modelId="{F0237442-CF2E-4F31-84CA-8787E4339462}" type="pres">
      <dgm:prSet presAssocID="{962235ED-A557-46B0-943A-F2E2798D8857}" presName="root" presStyleCnt="0"/>
      <dgm:spPr/>
    </dgm:pt>
    <dgm:pt modelId="{DC9B3A86-5700-45D8-9EC1-700967D8DB21}" type="pres">
      <dgm:prSet presAssocID="{962235ED-A557-46B0-943A-F2E2798D8857}" presName="rootComposite" presStyleCnt="0"/>
      <dgm:spPr/>
    </dgm:pt>
    <dgm:pt modelId="{07F679B5-2EE3-4EF1-8E6E-A2CD7392E3C6}" type="pres">
      <dgm:prSet presAssocID="{962235ED-A557-46B0-943A-F2E2798D8857}" presName="rootText" presStyleLbl="node1" presStyleIdx="0" presStyleCnt="8"/>
      <dgm:spPr/>
    </dgm:pt>
    <dgm:pt modelId="{D2203403-7696-43E4-B6C6-93BAA3FA7EF1}" type="pres">
      <dgm:prSet presAssocID="{962235ED-A557-46B0-943A-F2E2798D8857}" presName="rootConnector" presStyleLbl="node1" presStyleIdx="0" presStyleCnt="8"/>
      <dgm:spPr/>
    </dgm:pt>
    <dgm:pt modelId="{560FBEE4-3E28-4E40-A821-A8AB735C59F4}" type="pres">
      <dgm:prSet presAssocID="{962235ED-A557-46B0-943A-F2E2798D8857}" presName="childShape" presStyleCnt="0"/>
      <dgm:spPr/>
    </dgm:pt>
    <dgm:pt modelId="{2939572B-5D56-422A-9B28-34C1A75D338A}" type="pres">
      <dgm:prSet presAssocID="{66D44DD9-D439-484C-B85B-8C1EBA5ACE75}" presName="Name13" presStyleLbl="parChTrans1D2" presStyleIdx="0" presStyleCnt="30"/>
      <dgm:spPr/>
    </dgm:pt>
    <dgm:pt modelId="{8DABC8A1-F321-4D53-883A-EDA55482A944}" type="pres">
      <dgm:prSet presAssocID="{A400B8B4-C455-4F4F-A98A-8771178A71E9}" presName="childText" presStyleLbl="bgAcc1" presStyleIdx="0" presStyleCnt="30">
        <dgm:presLayoutVars>
          <dgm:bulletEnabled val="1"/>
        </dgm:presLayoutVars>
      </dgm:prSet>
      <dgm:spPr/>
    </dgm:pt>
    <dgm:pt modelId="{FF1E45F5-E70F-4D5A-9E59-3C45D60458F1}" type="pres">
      <dgm:prSet presAssocID="{4088DE1E-45C3-45A0-AEA8-BAFCD268CBC8}" presName="root" presStyleCnt="0"/>
      <dgm:spPr/>
    </dgm:pt>
    <dgm:pt modelId="{D25E44CD-0C4E-4F85-A50A-46FF1F14E319}" type="pres">
      <dgm:prSet presAssocID="{4088DE1E-45C3-45A0-AEA8-BAFCD268CBC8}" presName="rootComposite" presStyleCnt="0"/>
      <dgm:spPr/>
    </dgm:pt>
    <dgm:pt modelId="{B86C1B73-7C48-420F-80AC-E88A34EC3885}" type="pres">
      <dgm:prSet presAssocID="{4088DE1E-45C3-45A0-AEA8-BAFCD268CBC8}" presName="rootText" presStyleLbl="node1" presStyleIdx="1" presStyleCnt="8"/>
      <dgm:spPr/>
    </dgm:pt>
    <dgm:pt modelId="{C45C27E6-7778-42DB-B16B-CCD29B7861F5}" type="pres">
      <dgm:prSet presAssocID="{4088DE1E-45C3-45A0-AEA8-BAFCD268CBC8}" presName="rootConnector" presStyleLbl="node1" presStyleIdx="1" presStyleCnt="8"/>
      <dgm:spPr/>
    </dgm:pt>
    <dgm:pt modelId="{F8F0B88F-F759-493F-9688-4FB304F58A4D}" type="pres">
      <dgm:prSet presAssocID="{4088DE1E-45C3-45A0-AEA8-BAFCD268CBC8}" presName="childShape" presStyleCnt="0"/>
      <dgm:spPr/>
    </dgm:pt>
    <dgm:pt modelId="{93254664-546A-4C5C-B2D0-2B5ADAEE8171}" type="pres">
      <dgm:prSet presAssocID="{D4EF31BF-64ED-4E0C-8400-2A21B6729322}" presName="Name13" presStyleLbl="parChTrans1D2" presStyleIdx="1" presStyleCnt="30"/>
      <dgm:spPr/>
    </dgm:pt>
    <dgm:pt modelId="{C797BEC8-AD63-4703-88C2-36C0C0C2362B}" type="pres">
      <dgm:prSet presAssocID="{0CA8EC8A-9ACD-440F-8E9A-8D39287C8968}" presName="childText" presStyleLbl="bgAcc1" presStyleIdx="1" presStyleCnt="30">
        <dgm:presLayoutVars>
          <dgm:bulletEnabled val="1"/>
        </dgm:presLayoutVars>
      </dgm:prSet>
      <dgm:spPr/>
    </dgm:pt>
    <dgm:pt modelId="{47C53E85-C439-46BA-B6F0-31F67D74A7CF}" type="pres">
      <dgm:prSet presAssocID="{00BDA92F-B604-4A76-BF1B-A5FCF6482100}" presName="Name13" presStyleLbl="parChTrans1D2" presStyleIdx="2" presStyleCnt="30"/>
      <dgm:spPr/>
    </dgm:pt>
    <dgm:pt modelId="{50BD1128-6C1C-4ABA-B3A4-6D8AC1174B15}" type="pres">
      <dgm:prSet presAssocID="{2E7C4AF5-DD42-4CF2-BDD7-1BEC9B5A3476}" presName="childText" presStyleLbl="bgAcc1" presStyleIdx="2" presStyleCnt="30">
        <dgm:presLayoutVars>
          <dgm:bulletEnabled val="1"/>
        </dgm:presLayoutVars>
      </dgm:prSet>
      <dgm:spPr/>
    </dgm:pt>
    <dgm:pt modelId="{CEF962F3-12D6-43E8-B259-48590E6F4485}" type="pres">
      <dgm:prSet presAssocID="{DFCC4BFF-465A-4E26-8727-18641F9FC1A1}" presName="Name13" presStyleLbl="parChTrans1D2" presStyleIdx="3" presStyleCnt="30"/>
      <dgm:spPr/>
    </dgm:pt>
    <dgm:pt modelId="{A34023EE-03C6-4F9E-843B-B1399C6676D0}" type="pres">
      <dgm:prSet presAssocID="{D77E1082-4309-451D-9FBC-AF1A46C6D748}" presName="childText" presStyleLbl="bgAcc1" presStyleIdx="3" presStyleCnt="30">
        <dgm:presLayoutVars>
          <dgm:bulletEnabled val="1"/>
        </dgm:presLayoutVars>
      </dgm:prSet>
      <dgm:spPr/>
    </dgm:pt>
    <dgm:pt modelId="{DECD3334-1515-4B8D-9897-D2EA646E2B03}" type="pres">
      <dgm:prSet presAssocID="{C4E34CE5-8DAB-4014-9F61-5A47FD1A5B6B}" presName="Name13" presStyleLbl="parChTrans1D2" presStyleIdx="4" presStyleCnt="30"/>
      <dgm:spPr/>
    </dgm:pt>
    <dgm:pt modelId="{433C1C0E-AC50-4C9B-9AC1-307B780D2C44}" type="pres">
      <dgm:prSet presAssocID="{03E7FD69-2A8B-45D1-B33D-6E6159F52C70}" presName="childText" presStyleLbl="bgAcc1" presStyleIdx="4" presStyleCnt="30">
        <dgm:presLayoutVars>
          <dgm:bulletEnabled val="1"/>
        </dgm:presLayoutVars>
      </dgm:prSet>
      <dgm:spPr/>
    </dgm:pt>
    <dgm:pt modelId="{4F056781-6671-42B7-BA88-25502755FFBD}" type="pres">
      <dgm:prSet presAssocID="{7BF93BD8-579A-4C20-9168-548D4AC03C0C}" presName="Name13" presStyleLbl="parChTrans1D2" presStyleIdx="5" presStyleCnt="30"/>
      <dgm:spPr/>
    </dgm:pt>
    <dgm:pt modelId="{67C8F6D0-2A70-4064-BF87-FF3146A4E679}" type="pres">
      <dgm:prSet presAssocID="{EF7EA87B-B5FC-4C84-A1CF-89483AAE9A83}" presName="childText" presStyleLbl="bgAcc1" presStyleIdx="5" presStyleCnt="30">
        <dgm:presLayoutVars>
          <dgm:bulletEnabled val="1"/>
        </dgm:presLayoutVars>
      </dgm:prSet>
      <dgm:spPr/>
    </dgm:pt>
    <dgm:pt modelId="{11AFE92B-579C-421A-B66B-B84B3A21803A}" type="pres">
      <dgm:prSet presAssocID="{39B834A3-9E17-4BE3-ABDA-DDFFFF012F72}" presName="Name13" presStyleLbl="parChTrans1D2" presStyleIdx="6" presStyleCnt="30"/>
      <dgm:spPr/>
    </dgm:pt>
    <dgm:pt modelId="{590DB56E-1FD8-42ED-BAA4-DD9D496C9DF1}" type="pres">
      <dgm:prSet presAssocID="{60A271DF-662F-40A7-AAED-AFBFE39AFB58}" presName="childText" presStyleLbl="bgAcc1" presStyleIdx="6" presStyleCnt="30">
        <dgm:presLayoutVars>
          <dgm:bulletEnabled val="1"/>
        </dgm:presLayoutVars>
      </dgm:prSet>
      <dgm:spPr/>
    </dgm:pt>
    <dgm:pt modelId="{EE8630B6-1577-44DE-B1DD-E5E62EB1C386}" type="pres">
      <dgm:prSet presAssocID="{167409C3-40E8-4C2B-B6C1-0F16A2D51B85}" presName="root" presStyleCnt="0"/>
      <dgm:spPr/>
    </dgm:pt>
    <dgm:pt modelId="{F2E4D620-13D8-41B4-911E-AADE5C883C1A}" type="pres">
      <dgm:prSet presAssocID="{167409C3-40E8-4C2B-B6C1-0F16A2D51B85}" presName="rootComposite" presStyleCnt="0"/>
      <dgm:spPr/>
    </dgm:pt>
    <dgm:pt modelId="{260F4F0E-FEDF-4E58-9EBB-389EC6276032}" type="pres">
      <dgm:prSet presAssocID="{167409C3-40E8-4C2B-B6C1-0F16A2D51B85}" presName="rootText" presStyleLbl="node1" presStyleIdx="2" presStyleCnt="8"/>
      <dgm:spPr/>
    </dgm:pt>
    <dgm:pt modelId="{40732002-E189-449F-B6A6-5C4188F7F2DF}" type="pres">
      <dgm:prSet presAssocID="{167409C3-40E8-4C2B-B6C1-0F16A2D51B85}" presName="rootConnector" presStyleLbl="node1" presStyleIdx="2" presStyleCnt="8"/>
      <dgm:spPr/>
    </dgm:pt>
    <dgm:pt modelId="{11B51C43-E26D-4DCB-B64A-2F0A20882FF1}" type="pres">
      <dgm:prSet presAssocID="{167409C3-40E8-4C2B-B6C1-0F16A2D51B85}" presName="childShape" presStyleCnt="0"/>
      <dgm:spPr/>
    </dgm:pt>
    <dgm:pt modelId="{A6936042-63BC-4768-85BF-D19549B5D02B}" type="pres">
      <dgm:prSet presAssocID="{A9E0BE80-980C-4D96-AC98-6EEA4A025ECE}" presName="Name13" presStyleLbl="parChTrans1D2" presStyleIdx="7" presStyleCnt="30"/>
      <dgm:spPr/>
    </dgm:pt>
    <dgm:pt modelId="{6E57061C-2717-4546-B531-B60175AE71EC}" type="pres">
      <dgm:prSet presAssocID="{827F6A0E-B5B0-4B1C-99D3-B95AB9F2DF57}" presName="childText" presStyleLbl="bgAcc1" presStyleIdx="7" presStyleCnt="30">
        <dgm:presLayoutVars>
          <dgm:bulletEnabled val="1"/>
        </dgm:presLayoutVars>
      </dgm:prSet>
      <dgm:spPr/>
    </dgm:pt>
    <dgm:pt modelId="{66317A17-1B85-401D-A1D2-30743D2E2BBA}" type="pres">
      <dgm:prSet presAssocID="{F74612C7-70D6-4E74-867C-C15257EA294B}" presName="Name13" presStyleLbl="parChTrans1D2" presStyleIdx="8" presStyleCnt="30"/>
      <dgm:spPr/>
    </dgm:pt>
    <dgm:pt modelId="{EA9809D9-B50A-4D50-91CD-522CDA52FE02}" type="pres">
      <dgm:prSet presAssocID="{4B81D00C-BE2A-4E30-B80B-FDC583EF0D5F}" presName="childText" presStyleLbl="bgAcc1" presStyleIdx="8" presStyleCnt="30">
        <dgm:presLayoutVars>
          <dgm:bulletEnabled val="1"/>
        </dgm:presLayoutVars>
      </dgm:prSet>
      <dgm:spPr/>
    </dgm:pt>
    <dgm:pt modelId="{69937B6B-2C27-40BC-AA35-2E8DB735534F}" type="pres">
      <dgm:prSet presAssocID="{92E71353-96E4-44AF-980F-4CE637277307}" presName="root" presStyleCnt="0"/>
      <dgm:spPr/>
    </dgm:pt>
    <dgm:pt modelId="{15F53963-0586-4A3A-92F9-1CD63CC8ACE1}" type="pres">
      <dgm:prSet presAssocID="{92E71353-96E4-44AF-980F-4CE637277307}" presName="rootComposite" presStyleCnt="0"/>
      <dgm:spPr/>
    </dgm:pt>
    <dgm:pt modelId="{83B786A0-3A58-4E96-9005-843DAE2880EA}" type="pres">
      <dgm:prSet presAssocID="{92E71353-96E4-44AF-980F-4CE637277307}" presName="rootText" presStyleLbl="node1" presStyleIdx="3" presStyleCnt="8"/>
      <dgm:spPr/>
    </dgm:pt>
    <dgm:pt modelId="{F74933DB-291D-471A-96F3-E754249528D4}" type="pres">
      <dgm:prSet presAssocID="{92E71353-96E4-44AF-980F-4CE637277307}" presName="rootConnector" presStyleLbl="node1" presStyleIdx="3" presStyleCnt="8"/>
      <dgm:spPr/>
    </dgm:pt>
    <dgm:pt modelId="{74ABB8BE-3C30-4478-A92E-737810259FFF}" type="pres">
      <dgm:prSet presAssocID="{92E71353-96E4-44AF-980F-4CE637277307}" presName="childShape" presStyleCnt="0"/>
      <dgm:spPr/>
    </dgm:pt>
    <dgm:pt modelId="{410BD888-3EA2-4CB5-BD45-2E427B867C58}" type="pres">
      <dgm:prSet presAssocID="{5BFFFFCA-B512-4FDA-ABC2-021A5189CC25}" presName="Name13" presStyleLbl="parChTrans1D2" presStyleIdx="9" presStyleCnt="30"/>
      <dgm:spPr/>
    </dgm:pt>
    <dgm:pt modelId="{77A1D505-2DF7-43DC-BE14-7F6E9D72D8E3}" type="pres">
      <dgm:prSet presAssocID="{C6F4026E-6FB7-4DE7-B9CA-B5A0E7899D00}" presName="childText" presStyleLbl="bgAcc1" presStyleIdx="9" presStyleCnt="30">
        <dgm:presLayoutVars>
          <dgm:bulletEnabled val="1"/>
        </dgm:presLayoutVars>
      </dgm:prSet>
      <dgm:spPr/>
    </dgm:pt>
    <dgm:pt modelId="{729382CD-8B46-4434-BC3F-FFFC26E886B7}" type="pres">
      <dgm:prSet presAssocID="{128FA247-749E-406D-BD50-4D2FFB2A284D}" presName="Name13" presStyleLbl="parChTrans1D2" presStyleIdx="10" presStyleCnt="30"/>
      <dgm:spPr/>
    </dgm:pt>
    <dgm:pt modelId="{08C2D977-BB05-4550-984C-015B50ED4F32}" type="pres">
      <dgm:prSet presAssocID="{F4A497A2-F333-4A60-B210-415BFBD654D3}" presName="childText" presStyleLbl="bgAcc1" presStyleIdx="10" presStyleCnt="30">
        <dgm:presLayoutVars>
          <dgm:bulletEnabled val="1"/>
        </dgm:presLayoutVars>
      </dgm:prSet>
      <dgm:spPr/>
    </dgm:pt>
    <dgm:pt modelId="{344612A8-18B0-4F94-AE05-FDCAFB95AAB6}" type="pres">
      <dgm:prSet presAssocID="{A79EF838-0383-4E9B-A1A5-F52E2ED78DF0}" presName="Name13" presStyleLbl="parChTrans1D2" presStyleIdx="11" presStyleCnt="30"/>
      <dgm:spPr/>
    </dgm:pt>
    <dgm:pt modelId="{0C9FEFF8-6ACC-47EF-9910-F37729AC5971}" type="pres">
      <dgm:prSet presAssocID="{4D970B22-E596-47C4-8F3B-45799FDAE79E}" presName="childText" presStyleLbl="bgAcc1" presStyleIdx="11" presStyleCnt="30">
        <dgm:presLayoutVars>
          <dgm:bulletEnabled val="1"/>
        </dgm:presLayoutVars>
      </dgm:prSet>
      <dgm:spPr/>
    </dgm:pt>
    <dgm:pt modelId="{F61156A0-270A-4ACF-A4C5-12B221B6A57B}" type="pres">
      <dgm:prSet presAssocID="{1988B74C-AEAD-4087-AC38-58D573FE307C}" presName="root" presStyleCnt="0"/>
      <dgm:spPr/>
    </dgm:pt>
    <dgm:pt modelId="{9FC202C9-DC7C-493E-8531-25E47CC8077B}" type="pres">
      <dgm:prSet presAssocID="{1988B74C-AEAD-4087-AC38-58D573FE307C}" presName="rootComposite" presStyleCnt="0"/>
      <dgm:spPr/>
    </dgm:pt>
    <dgm:pt modelId="{9BEBB5E7-C704-4016-869C-953B84609848}" type="pres">
      <dgm:prSet presAssocID="{1988B74C-AEAD-4087-AC38-58D573FE307C}" presName="rootText" presStyleLbl="node1" presStyleIdx="4" presStyleCnt="8"/>
      <dgm:spPr/>
    </dgm:pt>
    <dgm:pt modelId="{F3C66090-519D-4782-9709-093AED0A9E57}" type="pres">
      <dgm:prSet presAssocID="{1988B74C-AEAD-4087-AC38-58D573FE307C}" presName="rootConnector" presStyleLbl="node1" presStyleIdx="4" presStyleCnt="8"/>
      <dgm:spPr/>
    </dgm:pt>
    <dgm:pt modelId="{245506FA-0444-4FC2-B251-1F92BBDC5F2B}" type="pres">
      <dgm:prSet presAssocID="{1988B74C-AEAD-4087-AC38-58D573FE307C}" presName="childShape" presStyleCnt="0"/>
      <dgm:spPr/>
    </dgm:pt>
    <dgm:pt modelId="{D7B6265F-D28D-450F-A708-3A405A2618DB}" type="pres">
      <dgm:prSet presAssocID="{BF3758E5-7F22-440B-AB6D-75737F640816}" presName="Name13" presStyleLbl="parChTrans1D2" presStyleIdx="12" presStyleCnt="30"/>
      <dgm:spPr/>
    </dgm:pt>
    <dgm:pt modelId="{83279F6E-6196-4BCC-8AE9-EAB2390FFBB4}" type="pres">
      <dgm:prSet presAssocID="{66BC1D5D-7582-4A99-9A46-9DF9E6B4A032}" presName="childText" presStyleLbl="bgAcc1" presStyleIdx="12" presStyleCnt="30">
        <dgm:presLayoutVars>
          <dgm:bulletEnabled val="1"/>
        </dgm:presLayoutVars>
      </dgm:prSet>
      <dgm:spPr/>
    </dgm:pt>
    <dgm:pt modelId="{7E5948D4-E30C-431D-9A8B-A2A4313F0E22}" type="pres">
      <dgm:prSet presAssocID="{4D4A41C8-6F30-468F-93D3-43A971CB9137}" presName="Name13" presStyleLbl="parChTrans1D2" presStyleIdx="13" presStyleCnt="30"/>
      <dgm:spPr/>
    </dgm:pt>
    <dgm:pt modelId="{D9059628-8BC7-4753-BC34-C14A9902F81E}" type="pres">
      <dgm:prSet presAssocID="{C8650B5B-4041-421B-BEE6-1CDC35202EEA}" presName="childText" presStyleLbl="bgAcc1" presStyleIdx="13" presStyleCnt="30">
        <dgm:presLayoutVars>
          <dgm:bulletEnabled val="1"/>
        </dgm:presLayoutVars>
      </dgm:prSet>
      <dgm:spPr/>
    </dgm:pt>
    <dgm:pt modelId="{C1B74DBF-07AD-4075-9475-BBFD6B4D2C85}" type="pres">
      <dgm:prSet presAssocID="{B88CA0F5-4174-4B55-959C-E8189FB5E41C}" presName="Name13" presStyleLbl="parChTrans1D2" presStyleIdx="14" presStyleCnt="30"/>
      <dgm:spPr/>
    </dgm:pt>
    <dgm:pt modelId="{AACE1C37-BF6A-4FD5-BB00-FB346726303A}" type="pres">
      <dgm:prSet presAssocID="{FCB0D21D-6FA2-4AC5-A990-00863461109B}" presName="childText" presStyleLbl="bgAcc1" presStyleIdx="14" presStyleCnt="30">
        <dgm:presLayoutVars>
          <dgm:bulletEnabled val="1"/>
        </dgm:presLayoutVars>
      </dgm:prSet>
      <dgm:spPr/>
    </dgm:pt>
    <dgm:pt modelId="{897B28A2-05AF-411C-A4F8-14CB111ED3DC}" type="pres">
      <dgm:prSet presAssocID="{B47988E7-78F1-4102-86EF-0395C9241BDE}" presName="Name13" presStyleLbl="parChTrans1D2" presStyleIdx="15" presStyleCnt="30"/>
      <dgm:spPr/>
    </dgm:pt>
    <dgm:pt modelId="{1EFCF9F1-C2AC-4860-A8EC-104824BA6515}" type="pres">
      <dgm:prSet presAssocID="{8A789704-8202-4C89-9D0C-99F8231C3291}" presName="childText" presStyleLbl="bgAcc1" presStyleIdx="15" presStyleCnt="30">
        <dgm:presLayoutVars>
          <dgm:bulletEnabled val="1"/>
        </dgm:presLayoutVars>
      </dgm:prSet>
      <dgm:spPr/>
    </dgm:pt>
    <dgm:pt modelId="{813499BB-061B-4827-9DE2-7AB5050F7203}" type="pres">
      <dgm:prSet presAssocID="{4B215143-5DB9-423D-AF70-C3B542895F8A}" presName="root" presStyleCnt="0"/>
      <dgm:spPr/>
    </dgm:pt>
    <dgm:pt modelId="{750C14E4-BA5E-4888-95BB-B151A4C588C4}" type="pres">
      <dgm:prSet presAssocID="{4B215143-5DB9-423D-AF70-C3B542895F8A}" presName="rootComposite" presStyleCnt="0"/>
      <dgm:spPr/>
    </dgm:pt>
    <dgm:pt modelId="{6D199B55-1456-445D-BF2B-7D9E2E040D9F}" type="pres">
      <dgm:prSet presAssocID="{4B215143-5DB9-423D-AF70-C3B542895F8A}" presName="rootText" presStyleLbl="node1" presStyleIdx="5" presStyleCnt="8"/>
      <dgm:spPr/>
    </dgm:pt>
    <dgm:pt modelId="{0F41B337-9DB3-498A-A573-C41712A976F0}" type="pres">
      <dgm:prSet presAssocID="{4B215143-5DB9-423D-AF70-C3B542895F8A}" presName="rootConnector" presStyleLbl="node1" presStyleIdx="5" presStyleCnt="8"/>
      <dgm:spPr/>
    </dgm:pt>
    <dgm:pt modelId="{168D2A3F-C7EE-4515-B57A-CD97B45F8D77}" type="pres">
      <dgm:prSet presAssocID="{4B215143-5DB9-423D-AF70-C3B542895F8A}" presName="childShape" presStyleCnt="0"/>
      <dgm:spPr/>
    </dgm:pt>
    <dgm:pt modelId="{48B66715-CA22-4D02-8EF4-6E3B12F0A406}" type="pres">
      <dgm:prSet presAssocID="{C21ED6F7-EEB6-40A4-B4C3-96CAEBE696B0}" presName="Name13" presStyleLbl="parChTrans1D2" presStyleIdx="16" presStyleCnt="30"/>
      <dgm:spPr/>
    </dgm:pt>
    <dgm:pt modelId="{E211FADB-B350-4858-9442-206B25C1B866}" type="pres">
      <dgm:prSet presAssocID="{780AD60F-7B8C-465A-9EA8-AA118F8E0264}" presName="childText" presStyleLbl="bgAcc1" presStyleIdx="16" presStyleCnt="30">
        <dgm:presLayoutVars>
          <dgm:bulletEnabled val="1"/>
        </dgm:presLayoutVars>
      </dgm:prSet>
      <dgm:spPr/>
    </dgm:pt>
    <dgm:pt modelId="{B2A929E1-FA05-466B-B434-027E869B6FD2}" type="pres">
      <dgm:prSet presAssocID="{045536A9-A1DC-40E0-B363-0340D3F60C37}" presName="Name13" presStyleLbl="parChTrans1D2" presStyleIdx="17" presStyleCnt="30"/>
      <dgm:spPr/>
    </dgm:pt>
    <dgm:pt modelId="{59A2AA9C-386C-4738-8AC0-55D33FC64CC7}" type="pres">
      <dgm:prSet presAssocID="{D230B5B0-CE59-4DCA-8566-532DDDC848E4}" presName="childText" presStyleLbl="bgAcc1" presStyleIdx="17" presStyleCnt="30">
        <dgm:presLayoutVars>
          <dgm:bulletEnabled val="1"/>
        </dgm:presLayoutVars>
      </dgm:prSet>
      <dgm:spPr/>
    </dgm:pt>
    <dgm:pt modelId="{2D1364E5-FF7B-472C-B293-F0753108FFE1}" type="pres">
      <dgm:prSet presAssocID="{FE172AE6-2A42-4CE3-9C31-C7941487053A}" presName="Name13" presStyleLbl="parChTrans1D2" presStyleIdx="18" presStyleCnt="30"/>
      <dgm:spPr/>
    </dgm:pt>
    <dgm:pt modelId="{5E0539DD-06F8-4623-8D08-C96B02107D12}" type="pres">
      <dgm:prSet presAssocID="{52D01430-79E3-41AB-B6EC-C31A99829515}" presName="childText" presStyleLbl="bgAcc1" presStyleIdx="18" presStyleCnt="30">
        <dgm:presLayoutVars>
          <dgm:bulletEnabled val="1"/>
        </dgm:presLayoutVars>
      </dgm:prSet>
      <dgm:spPr/>
    </dgm:pt>
    <dgm:pt modelId="{1CA210DB-A959-49D3-ACC7-CAA10BE728F8}" type="pres">
      <dgm:prSet presAssocID="{3BDE24C4-81F8-4E5C-8929-6F3E3D40F1A7}" presName="Name13" presStyleLbl="parChTrans1D2" presStyleIdx="19" presStyleCnt="30"/>
      <dgm:spPr/>
    </dgm:pt>
    <dgm:pt modelId="{1D0BA206-7D13-414B-AAF5-3959F09435F8}" type="pres">
      <dgm:prSet presAssocID="{520C782A-24FC-4663-B7F3-B1E54EF9BBFA}" presName="childText" presStyleLbl="bgAcc1" presStyleIdx="19" presStyleCnt="30">
        <dgm:presLayoutVars>
          <dgm:bulletEnabled val="1"/>
        </dgm:presLayoutVars>
      </dgm:prSet>
      <dgm:spPr/>
    </dgm:pt>
    <dgm:pt modelId="{54E6591B-A9E8-4C5E-87E2-1C5426D035A6}" type="pres">
      <dgm:prSet presAssocID="{B7F2F219-C18B-4DFF-BB6B-40DB79DA9CE8}" presName="Name13" presStyleLbl="parChTrans1D2" presStyleIdx="20" presStyleCnt="30"/>
      <dgm:spPr/>
    </dgm:pt>
    <dgm:pt modelId="{3FCC3207-4019-4EAC-9C92-3C5E3784510B}" type="pres">
      <dgm:prSet presAssocID="{79CDAF8E-56DA-40EC-B179-AC6DD7C738D8}" presName="childText" presStyleLbl="bgAcc1" presStyleIdx="20" presStyleCnt="30">
        <dgm:presLayoutVars>
          <dgm:bulletEnabled val="1"/>
        </dgm:presLayoutVars>
      </dgm:prSet>
      <dgm:spPr/>
    </dgm:pt>
    <dgm:pt modelId="{66533BE4-189A-40DB-B333-8F48454E422D}" type="pres">
      <dgm:prSet presAssocID="{86F2707B-055B-4DF1-A0F3-6AFBFA15899A}" presName="root" presStyleCnt="0"/>
      <dgm:spPr/>
    </dgm:pt>
    <dgm:pt modelId="{5A5F12D4-471C-4542-ADF8-DFD622A1F94D}" type="pres">
      <dgm:prSet presAssocID="{86F2707B-055B-4DF1-A0F3-6AFBFA15899A}" presName="rootComposite" presStyleCnt="0"/>
      <dgm:spPr/>
    </dgm:pt>
    <dgm:pt modelId="{0D43CCA4-5474-464C-99C9-12C0FE229990}" type="pres">
      <dgm:prSet presAssocID="{86F2707B-055B-4DF1-A0F3-6AFBFA15899A}" presName="rootText" presStyleLbl="node1" presStyleIdx="6" presStyleCnt="8"/>
      <dgm:spPr/>
    </dgm:pt>
    <dgm:pt modelId="{1EB7969C-071D-4B90-A1E7-E30D66FDAFA6}" type="pres">
      <dgm:prSet presAssocID="{86F2707B-055B-4DF1-A0F3-6AFBFA15899A}" presName="rootConnector" presStyleLbl="node1" presStyleIdx="6" presStyleCnt="8"/>
      <dgm:spPr/>
    </dgm:pt>
    <dgm:pt modelId="{22C62D49-E58D-4D63-B920-041560D8F9A0}" type="pres">
      <dgm:prSet presAssocID="{86F2707B-055B-4DF1-A0F3-6AFBFA15899A}" presName="childShape" presStyleCnt="0"/>
      <dgm:spPr/>
    </dgm:pt>
    <dgm:pt modelId="{3F21028E-42F8-444A-A033-BDC9FBAAE140}" type="pres">
      <dgm:prSet presAssocID="{7B6CC294-040B-4E13-9EDC-35FE15D89F24}" presName="Name13" presStyleLbl="parChTrans1D2" presStyleIdx="21" presStyleCnt="30"/>
      <dgm:spPr/>
    </dgm:pt>
    <dgm:pt modelId="{01F8E771-01AA-43B3-A56E-2803B1A28791}" type="pres">
      <dgm:prSet presAssocID="{6BA4FA74-955F-4037-A08A-4BE50A997FD0}" presName="childText" presStyleLbl="bgAcc1" presStyleIdx="21" presStyleCnt="30">
        <dgm:presLayoutVars>
          <dgm:bulletEnabled val="1"/>
        </dgm:presLayoutVars>
      </dgm:prSet>
      <dgm:spPr/>
    </dgm:pt>
    <dgm:pt modelId="{F045E2D1-C930-4657-AFBD-B54B05310B75}" type="pres">
      <dgm:prSet presAssocID="{368A8C97-8B14-4681-B02B-9B398D2A73EE}" presName="Name13" presStyleLbl="parChTrans1D2" presStyleIdx="22" presStyleCnt="30"/>
      <dgm:spPr/>
    </dgm:pt>
    <dgm:pt modelId="{2607B35C-ACB2-454D-8F51-CD06B3C45C9A}" type="pres">
      <dgm:prSet presAssocID="{A4C2D8CD-847F-4523-A504-C63354536353}" presName="childText" presStyleLbl="bgAcc1" presStyleIdx="22" presStyleCnt="30">
        <dgm:presLayoutVars>
          <dgm:bulletEnabled val="1"/>
        </dgm:presLayoutVars>
      </dgm:prSet>
      <dgm:spPr/>
    </dgm:pt>
    <dgm:pt modelId="{5CD83093-7D64-4A9E-8198-2816C5CA3BBA}" type="pres">
      <dgm:prSet presAssocID="{530F83DD-0055-4096-B803-E7EA4E58B512}" presName="Name13" presStyleLbl="parChTrans1D2" presStyleIdx="23" presStyleCnt="30"/>
      <dgm:spPr/>
    </dgm:pt>
    <dgm:pt modelId="{30A31D10-B255-4104-A053-BC0527946D93}" type="pres">
      <dgm:prSet presAssocID="{0F354201-0C1A-4A4A-8F42-915923582DAB}" presName="childText" presStyleLbl="bgAcc1" presStyleIdx="23" presStyleCnt="30">
        <dgm:presLayoutVars>
          <dgm:bulletEnabled val="1"/>
        </dgm:presLayoutVars>
      </dgm:prSet>
      <dgm:spPr/>
    </dgm:pt>
    <dgm:pt modelId="{4F7953B1-8E45-4EF5-808F-FA112CC2B6E1}" type="pres">
      <dgm:prSet presAssocID="{B68EB5BD-F059-4D67-A5CF-54CA698034C7}" presName="Name13" presStyleLbl="parChTrans1D2" presStyleIdx="24" presStyleCnt="30"/>
      <dgm:spPr/>
    </dgm:pt>
    <dgm:pt modelId="{12431A66-AE2A-49E9-99F4-256A54F54DF1}" type="pres">
      <dgm:prSet presAssocID="{BA7FB0E5-69B9-4739-BF9D-CB65CAD8B7B0}" presName="childText" presStyleLbl="bgAcc1" presStyleIdx="24" presStyleCnt="30">
        <dgm:presLayoutVars>
          <dgm:bulletEnabled val="1"/>
        </dgm:presLayoutVars>
      </dgm:prSet>
      <dgm:spPr/>
    </dgm:pt>
    <dgm:pt modelId="{D91A679B-94E6-49C1-86AF-496686951136}" type="pres">
      <dgm:prSet presAssocID="{6267A1E0-0E97-4243-9A84-B7F5FAFC70D0}" presName="Name13" presStyleLbl="parChTrans1D2" presStyleIdx="25" presStyleCnt="30"/>
      <dgm:spPr/>
    </dgm:pt>
    <dgm:pt modelId="{6AA8D02B-5059-4B0F-BB36-C45E40BCE7D8}" type="pres">
      <dgm:prSet presAssocID="{31DE207F-3C6F-49AD-890E-30A7F611D1E6}" presName="childText" presStyleLbl="bgAcc1" presStyleIdx="25" presStyleCnt="30">
        <dgm:presLayoutVars>
          <dgm:bulletEnabled val="1"/>
        </dgm:presLayoutVars>
      </dgm:prSet>
      <dgm:spPr/>
    </dgm:pt>
    <dgm:pt modelId="{33A5D721-8BC6-499A-B9EE-B038F3C6AA81}" type="pres">
      <dgm:prSet presAssocID="{C7F602D1-2125-47F3-B188-0BD44B2A05AB}" presName="root" presStyleCnt="0"/>
      <dgm:spPr/>
    </dgm:pt>
    <dgm:pt modelId="{CE93E32C-F51F-4361-B087-9A42B2A81DAA}" type="pres">
      <dgm:prSet presAssocID="{C7F602D1-2125-47F3-B188-0BD44B2A05AB}" presName="rootComposite" presStyleCnt="0"/>
      <dgm:spPr/>
    </dgm:pt>
    <dgm:pt modelId="{01BDE3AF-7868-452A-BBEA-77E57C4DC04A}" type="pres">
      <dgm:prSet presAssocID="{C7F602D1-2125-47F3-B188-0BD44B2A05AB}" presName="rootText" presStyleLbl="node1" presStyleIdx="7" presStyleCnt="8"/>
      <dgm:spPr/>
    </dgm:pt>
    <dgm:pt modelId="{516A0880-BB3C-4C64-B51A-E9901CBADF36}" type="pres">
      <dgm:prSet presAssocID="{C7F602D1-2125-47F3-B188-0BD44B2A05AB}" presName="rootConnector" presStyleLbl="node1" presStyleIdx="7" presStyleCnt="8"/>
      <dgm:spPr/>
    </dgm:pt>
    <dgm:pt modelId="{FB7E83B7-2370-458E-AFF7-81286F2A7F23}" type="pres">
      <dgm:prSet presAssocID="{C7F602D1-2125-47F3-B188-0BD44B2A05AB}" presName="childShape" presStyleCnt="0"/>
      <dgm:spPr/>
    </dgm:pt>
    <dgm:pt modelId="{E79C782E-9187-4BE1-907A-4380F9B0AB4F}" type="pres">
      <dgm:prSet presAssocID="{FC541FC5-355D-4B1C-8D3A-304D43ED9E0E}" presName="Name13" presStyleLbl="parChTrans1D2" presStyleIdx="26" presStyleCnt="30"/>
      <dgm:spPr/>
    </dgm:pt>
    <dgm:pt modelId="{683E81F4-397C-4D9F-8FB7-C0D775022EF5}" type="pres">
      <dgm:prSet presAssocID="{C4CB8716-1FAD-4DBD-8102-C01E013601A0}" presName="childText" presStyleLbl="bgAcc1" presStyleIdx="26" presStyleCnt="30">
        <dgm:presLayoutVars>
          <dgm:bulletEnabled val="1"/>
        </dgm:presLayoutVars>
      </dgm:prSet>
      <dgm:spPr/>
    </dgm:pt>
    <dgm:pt modelId="{9964D718-496B-4D70-B52A-8A2D1AA2C910}" type="pres">
      <dgm:prSet presAssocID="{551A1E1E-17FE-4CF5-BF8C-78CB6FB218E4}" presName="Name13" presStyleLbl="parChTrans1D2" presStyleIdx="27" presStyleCnt="30"/>
      <dgm:spPr/>
    </dgm:pt>
    <dgm:pt modelId="{D1A635A6-EACD-4B93-AEED-069FDB139CF7}" type="pres">
      <dgm:prSet presAssocID="{3FEA3A37-4F82-44CD-AC53-B1636D674FCE}" presName="childText" presStyleLbl="bgAcc1" presStyleIdx="27" presStyleCnt="30">
        <dgm:presLayoutVars>
          <dgm:bulletEnabled val="1"/>
        </dgm:presLayoutVars>
      </dgm:prSet>
      <dgm:spPr/>
    </dgm:pt>
    <dgm:pt modelId="{A21A5485-B6D9-4B3E-AADE-1F831D9CEB68}" type="pres">
      <dgm:prSet presAssocID="{9D667549-DD22-463B-AC8F-2387452DDFAC}" presName="Name13" presStyleLbl="parChTrans1D2" presStyleIdx="28" presStyleCnt="30"/>
      <dgm:spPr/>
    </dgm:pt>
    <dgm:pt modelId="{6B92169C-FAA0-487A-B83A-CEC4CC3CFCDE}" type="pres">
      <dgm:prSet presAssocID="{491C25B3-A576-40D1-9A09-831A156E4468}" presName="childText" presStyleLbl="bgAcc1" presStyleIdx="28" presStyleCnt="30">
        <dgm:presLayoutVars>
          <dgm:bulletEnabled val="1"/>
        </dgm:presLayoutVars>
      </dgm:prSet>
      <dgm:spPr/>
    </dgm:pt>
    <dgm:pt modelId="{04F38966-5FF4-4185-9444-4EAF68F1AB42}" type="pres">
      <dgm:prSet presAssocID="{B8018A4C-FC18-418B-8B21-6217B4E03CC4}" presName="Name13" presStyleLbl="parChTrans1D2" presStyleIdx="29" presStyleCnt="30"/>
      <dgm:spPr/>
    </dgm:pt>
    <dgm:pt modelId="{AF80209A-B748-4FF3-AACA-2822DCB2EFEB}" type="pres">
      <dgm:prSet presAssocID="{0FCDE6A2-043C-4B2C-A416-39D2D3E26B00}" presName="childText" presStyleLbl="bgAcc1" presStyleIdx="29" presStyleCnt="30">
        <dgm:presLayoutVars>
          <dgm:bulletEnabled val="1"/>
        </dgm:presLayoutVars>
      </dgm:prSet>
      <dgm:spPr/>
    </dgm:pt>
  </dgm:ptLst>
  <dgm:cxnLst>
    <dgm:cxn modelId="{2ACDC103-0574-418E-95C0-AB81E46DF23D}" srcId="{4B215143-5DB9-423D-AF70-C3B542895F8A}" destId="{520C782A-24FC-4663-B7F3-B1E54EF9BBFA}" srcOrd="3" destOrd="0" parTransId="{3BDE24C4-81F8-4E5C-8929-6F3E3D40F1A7}" sibTransId="{A9CD93A0-0CC6-4E3A-A2D4-4207DDDF8895}"/>
    <dgm:cxn modelId="{9C3C1E04-FCC4-4ED5-8BBE-A16490E9135A}" type="presOf" srcId="{4B81D00C-BE2A-4E30-B80B-FDC583EF0D5F}" destId="{EA9809D9-B50A-4D50-91CD-522CDA52FE02}" srcOrd="0" destOrd="0" presId="urn:microsoft.com/office/officeart/2005/8/layout/hierarchy3"/>
    <dgm:cxn modelId="{E8CB7604-D56F-427C-AF82-3DD0D7A726B9}" type="presOf" srcId="{128FA247-749E-406D-BD50-4D2FFB2A284D}" destId="{729382CD-8B46-4434-BC3F-FFFC26E886B7}" srcOrd="0" destOrd="0" presId="urn:microsoft.com/office/officeart/2005/8/layout/hierarchy3"/>
    <dgm:cxn modelId="{3027EE06-BE78-4CF3-95F0-BC63A239C6B2}" type="presOf" srcId="{BA7FB0E5-69B9-4739-BF9D-CB65CAD8B7B0}" destId="{12431A66-AE2A-49E9-99F4-256A54F54DF1}" srcOrd="0" destOrd="0" presId="urn:microsoft.com/office/officeart/2005/8/layout/hierarchy3"/>
    <dgm:cxn modelId="{15A16F08-BFA3-48D1-A7FB-6794D86C7B97}" type="presOf" srcId="{827F6A0E-B5B0-4B1C-99D3-B95AB9F2DF57}" destId="{6E57061C-2717-4546-B531-B60175AE71EC}" srcOrd="0" destOrd="0" presId="urn:microsoft.com/office/officeart/2005/8/layout/hierarchy3"/>
    <dgm:cxn modelId="{37D3170A-6D39-4992-9056-348708E9B7C0}" srcId="{1988B74C-AEAD-4087-AC38-58D573FE307C}" destId="{FCB0D21D-6FA2-4AC5-A990-00863461109B}" srcOrd="2" destOrd="0" parTransId="{B88CA0F5-4174-4B55-959C-E8189FB5E41C}" sibTransId="{D0CABE00-C696-408F-BF79-F99E13B881B1}"/>
    <dgm:cxn modelId="{6789B40F-DF87-4B32-B4B3-4F2BB657F8DF}" srcId="{4088DE1E-45C3-45A0-AEA8-BAFCD268CBC8}" destId="{60A271DF-662F-40A7-AAED-AFBFE39AFB58}" srcOrd="5" destOrd="0" parTransId="{39B834A3-9E17-4BE3-ABDA-DDFFFF012F72}" sibTransId="{837C3B5F-208E-4FEE-870F-33FA1F39A9D2}"/>
    <dgm:cxn modelId="{715A8410-3596-4D0B-9F4D-20C23C13CD69}" type="presOf" srcId="{1988B74C-AEAD-4087-AC38-58D573FE307C}" destId="{F3C66090-519D-4782-9709-093AED0A9E57}" srcOrd="1" destOrd="0" presId="urn:microsoft.com/office/officeart/2005/8/layout/hierarchy3"/>
    <dgm:cxn modelId="{B66D7012-030E-43DC-8DD9-B83C4602A178}" type="presOf" srcId="{A400B8B4-C455-4F4F-A98A-8771178A71E9}" destId="{8DABC8A1-F321-4D53-883A-EDA55482A944}" srcOrd="0" destOrd="0" presId="urn:microsoft.com/office/officeart/2005/8/layout/hierarchy3"/>
    <dgm:cxn modelId="{A40F0B13-9973-478F-9663-C37F28CFDE9B}" type="presOf" srcId="{00BDA92F-B604-4A76-BF1B-A5FCF6482100}" destId="{47C53E85-C439-46BA-B6F0-31F67D74A7CF}" srcOrd="0" destOrd="0" presId="urn:microsoft.com/office/officeart/2005/8/layout/hierarchy3"/>
    <dgm:cxn modelId="{E1C8B814-D7B1-4410-AB8D-1545C76D9364}" type="presOf" srcId="{B47988E7-78F1-4102-86EF-0395C9241BDE}" destId="{897B28A2-05AF-411C-A4F8-14CB111ED3DC}" srcOrd="0" destOrd="0" presId="urn:microsoft.com/office/officeart/2005/8/layout/hierarchy3"/>
    <dgm:cxn modelId="{0278EE15-B252-4D49-8724-93D3F35073E6}" type="presOf" srcId="{3FEA3A37-4F82-44CD-AC53-B1636D674FCE}" destId="{D1A635A6-EACD-4B93-AEED-069FDB139CF7}" srcOrd="0" destOrd="0" presId="urn:microsoft.com/office/officeart/2005/8/layout/hierarchy3"/>
    <dgm:cxn modelId="{0F3D0A16-865C-4CD0-98BB-A209C4DEC93B}" srcId="{92E71353-96E4-44AF-980F-4CE637277307}" destId="{4D970B22-E596-47C4-8F3B-45799FDAE79E}" srcOrd="2" destOrd="0" parTransId="{A79EF838-0383-4E9B-A1A5-F52E2ED78DF0}" sibTransId="{7EC0E96C-DA8C-448E-8169-FC449204180D}"/>
    <dgm:cxn modelId="{0FED4917-DCFD-43FD-A278-6ECA1E2D58B6}" type="presOf" srcId="{5BFFFFCA-B512-4FDA-ABC2-021A5189CC25}" destId="{410BD888-3EA2-4CB5-BD45-2E427B867C58}" srcOrd="0" destOrd="0" presId="urn:microsoft.com/office/officeart/2005/8/layout/hierarchy3"/>
    <dgm:cxn modelId="{BF592719-359C-410F-BDF0-72D027830656}" type="presOf" srcId="{B68EB5BD-F059-4D67-A5CF-54CA698034C7}" destId="{4F7953B1-8E45-4EF5-808F-FA112CC2B6E1}" srcOrd="0" destOrd="0" presId="urn:microsoft.com/office/officeart/2005/8/layout/hierarchy3"/>
    <dgm:cxn modelId="{C842AB19-606C-4C08-8DC2-1054DCF7EFF6}" type="presOf" srcId="{A79EF838-0383-4E9B-A1A5-F52E2ED78DF0}" destId="{344612A8-18B0-4F94-AE05-FDCAFB95AAB6}" srcOrd="0" destOrd="0" presId="urn:microsoft.com/office/officeart/2005/8/layout/hierarchy3"/>
    <dgm:cxn modelId="{0FCCC41B-6E96-43D6-92B7-EA0F3E54730B}" type="presOf" srcId="{962235ED-A557-46B0-943A-F2E2798D8857}" destId="{07F679B5-2EE3-4EF1-8E6E-A2CD7392E3C6}" srcOrd="0" destOrd="0" presId="urn:microsoft.com/office/officeart/2005/8/layout/hierarchy3"/>
    <dgm:cxn modelId="{0DCFE31C-6B82-46C8-8FA0-F8081DEEFCC4}" type="presOf" srcId="{551A1E1E-17FE-4CF5-BF8C-78CB6FB218E4}" destId="{9964D718-496B-4D70-B52A-8A2D1AA2C910}" srcOrd="0" destOrd="0" presId="urn:microsoft.com/office/officeart/2005/8/layout/hierarchy3"/>
    <dgm:cxn modelId="{A578A620-4EEE-4E16-B074-A3AB60419856}" srcId="{92E71353-96E4-44AF-980F-4CE637277307}" destId="{F4A497A2-F333-4A60-B210-415BFBD654D3}" srcOrd="1" destOrd="0" parTransId="{128FA247-749E-406D-BD50-4D2FFB2A284D}" sibTransId="{A803D342-24DE-4D74-85A1-AABF73C2CD15}"/>
    <dgm:cxn modelId="{851DA929-E360-4C76-9F21-9BFD23BF7224}" type="presOf" srcId="{7B6CC294-040B-4E13-9EDC-35FE15D89F24}" destId="{3F21028E-42F8-444A-A033-BDC9FBAAE140}" srcOrd="0" destOrd="0" presId="urn:microsoft.com/office/officeart/2005/8/layout/hierarchy3"/>
    <dgm:cxn modelId="{EDE8C22C-E1D6-4780-86D2-EC0FC3D42502}" srcId="{4D4433A8-58F4-4FC4-B0EF-2A0B9229C137}" destId="{962235ED-A557-46B0-943A-F2E2798D8857}" srcOrd="0" destOrd="0" parTransId="{F6ECA640-0665-4F37-9F60-0CF9BF8EA4FE}" sibTransId="{9165B17D-420E-4562-94B7-C8B3131AEDD8}"/>
    <dgm:cxn modelId="{2B3C2630-ECCA-4664-877C-2179ACA10882}" type="presOf" srcId="{C4CB8716-1FAD-4DBD-8102-C01E013601A0}" destId="{683E81F4-397C-4D9F-8FB7-C0D775022EF5}" srcOrd="0" destOrd="0" presId="urn:microsoft.com/office/officeart/2005/8/layout/hierarchy3"/>
    <dgm:cxn modelId="{49895D31-0AD5-4975-AA72-BCA697DEF018}" type="presOf" srcId="{86F2707B-055B-4DF1-A0F3-6AFBFA15899A}" destId="{1EB7969C-071D-4B90-A1E7-E30D66FDAFA6}" srcOrd="1" destOrd="0" presId="urn:microsoft.com/office/officeart/2005/8/layout/hierarchy3"/>
    <dgm:cxn modelId="{A0ECE331-1972-44F7-AAC8-A69FFA8EE1DD}" srcId="{4D4433A8-58F4-4FC4-B0EF-2A0B9229C137}" destId="{167409C3-40E8-4C2B-B6C1-0F16A2D51B85}" srcOrd="2" destOrd="0" parTransId="{DE70348C-10CC-4BE8-9E7E-98FA6B0AD388}" sibTransId="{3828473F-D286-4FE6-953F-A686B1FBCC59}"/>
    <dgm:cxn modelId="{0A7B0432-07A9-44CA-90AA-D9BA3D2EBDD1}" type="presOf" srcId="{BF3758E5-7F22-440B-AB6D-75737F640816}" destId="{D7B6265F-D28D-450F-A708-3A405A2618DB}" srcOrd="0" destOrd="0" presId="urn:microsoft.com/office/officeart/2005/8/layout/hierarchy3"/>
    <dgm:cxn modelId="{17D6CE37-7474-4915-AFDF-391C02294173}" type="presOf" srcId="{3BDE24C4-81F8-4E5C-8929-6F3E3D40F1A7}" destId="{1CA210DB-A959-49D3-ACC7-CAA10BE728F8}" srcOrd="0" destOrd="0" presId="urn:microsoft.com/office/officeart/2005/8/layout/hierarchy3"/>
    <dgm:cxn modelId="{EBA2F438-8C9A-488E-A9D3-B42A3D30223C}" type="presOf" srcId="{79CDAF8E-56DA-40EC-B179-AC6DD7C738D8}" destId="{3FCC3207-4019-4EAC-9C92-3C5E3784510B}" srcOrd="0" destOrd="0" presId="urn:microsoft.com/office/officeart/2005/8/layout/hierarchy3"/>
    <dgm:cxn modelId="{0EC64339-1E15-447A-85EC-C755E4E79EDE}" type="presOf" srcId="{4088DE1E-45C3-45A0-AEA8-BAFCD268CBC8}" destId="{C45C27E6-7778-42DB-B16B-CCD29B7861F5}" srcOrd="1" destOrd="0" presId="urn:microsoft.com/office/officeart/2005/8/layout/hierarchy3"/>
    <dgm:cxn modelId="{CC1C7A3C-F65C-4D8C-9857-4178EDD5482D}" srcId="{167409C3-40E8-4C2B-B6C1-0F16A2D51B85}" destId="{4B81D00C-BE2A-4E30-B80B-FDC583EF0D5F}" srcOrd="1" destOrd="0" parTransId="{F74612C7-70D6-4E74-867C-C15257EA294B}" sibTransId="{84756911-F455-47EE-B1AF-A67434D615CB}"/>
    <dgm:cxn modelId="{E09C903F-AF21-47DE-845B-104F9885AE09}" srcId="{1988B74C-AEAD-4087-AC38-58D573FE307C}" destId="{66BC1D5D-7582-4A99-9A46-9DF9E6B4A032}" srcOrd="0" destOrd="0" parTransId="{BF3758E5-7F22-440B-AB6D-75737F640816}" sibTransId="{DB11911E-5F4F-41F2-80B7-46B1BBDE71E8}"/>
    <dgm:cxn modelId="{976CFF5B-5365-4623-9AD8-D8BE5482B8C3}" type="presOf" srcId="{530F83DD-0055-4096-B803-E7EA4E58B512}" destId="{5CD83093-7D64-4A9E-8198-2816C5CA3BBA}" srcOrd="0" destOrd="0" presId="urn:microsoft.com/office/officeart/2005/8/layout/hierarchy3"/>
    <dgm:cxn modelId="{B131105D-3174-4ADD-B26C-7A4DF4C92FBA}" type="presOf" srcId="{52D01430-79E3-41AB-B6EC-C31A99829515}" destId="{5E0539DD-06F8-4623-8D08-C96B02107D12}" srcOrd="0" destOrd="0" presId="urn:microsoft.com/office/officeart/2005/8/layout/hierarchy3"/>
    <dgm:cxn modelId="{741CC95D-0F1D-429C-B0AC-547C9B1940D4}" srcId="{4D4433A8-58F4-4FC4-B0EF-2A0B9229C137}" destId="{C7F602D1-2125-47F3-B188-0BD44B2A05AB}" srcOrd="7" destOrd="0" parTransId="{83FAA81F-10F2-4654-AC57-B7E0B3C91790}" sibTransId="{1D4BD4DD-BB48-455F-92FF-23536B6DBE8C}"/>
    <dgm:cxn modelId="{EB04B05F-5308-4042-9E20-966CE43DE172}" type="presOf" srcId="{7BF93BD8-579A-4C20-9168-548D4AC03C0C}" destId="{4F056781-6671-42B7-BA88-25502755FFBD}" srcOrd="0" destOrd="0" presId="urn:microsoft.com/office/officeart/2005/8/layout/hierarchy3"/>
    <dgm:cxn modelId="{78ED9841-B305-4D31-A1A9-2821C95CD788}" srcId="{86F2707B-055B-4DF1-A0F3-6AFBFA15899A}" destId="{6BA4FA74-955F-4037-A08A-4BE50A997FD0}" srcOrd="0" destOrd="0" parTransId="{7B6CC294-040B-4E13-9EDC-35FE15D89F24}" sibTransId="{A1ECF020-C456-4393-A300-8EE0EA4DD60F}"/>
    <dgm:cxn modelId="{CD47B361-D000-4F4E-BB7A-708C4C7F29D3}" type="presOf" srcId="{92E71353-96E4-44AF-980F-4CE637277307}" destId="{83B786A0-3A58-4E96-9005-843DAE2880EA}" srcOrd="0" destOrd="0" presId="urn:microsoft.com/office/officeart/2005/8/layout/hierarchy3"/>
    <dgm:cxn modelId="{3D03D641-52F3-4084-B22F-F7E8F9FF14C6}" type="presOf" srcId="{C7F602D1-2125-47F3-B188-0BD44B2A05AB}" destId="{01BDE3AF-7868-452A-BBEA-77E57C4DC04A}" srcOrd="0" destOrd="0" presId="urn:microsoft.com/office/officeart/2005/8/layout/hierarchy3"/>
    <dgm:cxn modelId="{2F225C42-EE5C-442C-9B44-9F474A935CD1}" type="presOf" srcId="{0CA8EC8A-9ACD-440F-8E9A-8D39287C8968}" destId="{C797BEC8-AD63-4703-88C2-36C0C0C2362B}" srcOrd="0" destOrd="0" presId="urn:microsoft.com/office/officeart/2005/8/layout/hierarchy3"/>
    <dgm:cxn modelId="{99724362-BE0F-4CE5-AE27-94C6600F1F19}" type="presOf" srcId="{66D44DD9-D439-484C-B85B-8C1EBA5ACE75}" destId="{2939572B-5D56-422A-9B28-34C1A75D338A}" srcOrd="0" destOrd="0" presId="urn:microsoft.com/office/officeart/2005/8/layout/hierarchy3"/>
    <dgm:cxn modelId="{E7869C62-F0DA-48E5-BA27-CC61B02E94A7}" type="presOf" srcId="{520C782A-24FC-4663-B7F3-B1E54EF9BBFA}" destId="{1D0BA206-7D13-414B-AAF5-3959F09435F8}" srcOrd="0" destOrd="0" presId="urn:microsoft.com/office/officeart/2005/8/layout/hierarchy3"/>
    <dgm:cxn modelId="{C0B53A65-AD22-4D29-90D3-B5785116A6D9}" type="presOf" srcId="{B8018A4C-FC18-418B-8B21-6217B4E03CC4}" destId="{04F38966-5FF4-4185-9444-4EAF68F1AB42}" srcOrd="0" destOrd="0" presId="urn:microsoft.com/office/officeart/2005/8/layout/hierarchy3"/>
    <dgm:cxn modelId="{10217366-9444-48FF-88CA-5BDB98AADCBD}" type="presOf" srcId="{4D970B22-E596-47C4-8F3B-45799FDAE79E}" destId="{0C9FEFF8-6ACC-47EF-9910-F37729AC5971}" srcOrd="0" destOrd="0" presId="urn:microsoft.com/office/officeart/2005/8/layout/hierarchy3"/>
    <dgm:cxn modelId="{2A565A46-F530-42BB-B3DC-EBA372DD4743}" srcId="{86F2707B-055B-4DF1-A0F3-6AFBFA15899A}" destId="{A4C2D8CD-847F-4523-A504-C63354536353}" srcOrd="1" destOrd="0" parTransId="{368A8C97-8B14-4681-B02B-9B398D2A73EE}" sibTransId="{8131C2BC-F0D2-4840-B751-26A8A4F10CDF}"/>
    <dgm:cxn modelId="{4697F149-5EC7-43AC-B1B0-B0AB8799453F}" type="presOf" srcId="{EF7EA87B-B5FC-4C84-A1CF-89483AAE9A83}" destId="{67C8F6D0-2A70-4064-BF87-FF3146A4E679}" srcOrd="0" destOrd="0" presId="urn:microsoft.com/office/officeart/2005/8/layout/hierarchy3"/>
    <dgm:cxn modelId="{C3A57C6B-E662-4860-8EB0-7964FB52E364}" type="presOf" srcId="{66BC1D5D-7582-4A99-9A46-9DF9E6B4A032}" destId="{83279F6E-6196-4BCC-8AE9-EAB2390FFBB4}" srcOrd="0" destOrd="0" presId="urn:microsoft.com/office/officeart/2005/8/layout/hierarchy3"/>
    <dgm:cxn modelId="{B3CF1B6C-94F6-4799-A0AE-F2A93C27D1DF}" type="presOf" srcId="{60A271DF-662F-40A7-AAED-AFBFE39AFB58}" destId="{590DB56E-1FD8-42ED-BAA4-DD9D496C9DF1}" srcOrd="0" destOrd="0" presId="urn:microsoft.com/office/officeart/2005/8/layout/hierarchy3"/>
    <dgm:cxn modelId="{E05ED24C-4F83-486B-BD34-9E167BE96EDA}" type="presOf" srcId="{C21ED6F7-EEB6-40A4-B4C3-96CAEBE696B0}" destId="{48B66715-CA22-4D02-8EF4-6E3B12F0A406}" srcOrd="0" destOrd="0" presId="urn:microsoft.com/office/officeart/2005/8/layout/hierarchy3"/>
    <dgm:cxn modelId="{B39FF56D-4D9C-4DDC-8695-B110A380147B}" srcId="{4D4433A8-58F4-4FC4-B0EF-2A0B9229C137}" destId="{4088DE1E-45C3-45A0-AEA8-BAFCD268CBC8}" srcOrd="1" destOrd="0" parTransId="{842ECD3F-7024-4595-889C-42CC73BD34C5}" sibTransId="{6489F96F-88DD-42FE-849C-83F17675644A}"/>
    <dgm:cxn modelId="{0C03016F-145B-47D2-9E40-7082FDA547FE}" type="presOf" srcId="{1988B74C-AEAD-4087-AC38-58D573FE307C}" destId="{9BEBB5E7-C704-4016-869C-953B84609848}" srcOrd="0" destOrd="0" presId="urn:microsoft.com/office/officeart/2005/8/layout/hierarchy3"/>
    <dgm:cxn modelId="{DE3CFF51-CD44-4617-98BF-0CFF80850FC9}" srcId="{1988B74C-AEAD-4087-AC38-58D573FE307C}" destId="{C8650B5B-4041-421B-BEE6-1CDC35202EEA}" srcOrd="1" destOrd="0" parTransId="{4D4A41C8-6F30-468F-93D3-43A971CB9137}" sibTransId="{27710B07-0D38-4464-8862-8FABCCF83E1E}"/>
    <dgm:cxn modelId="{D4033272-A0D7-4401-B535-71E1ECAAB36B}" srcId="{86F2707B-055B-4DF1-A0F3-6AFBFA15899A}" destId="{BA7FB0E5-69B9-4739-BF9D-CB65CAD8B7B0}" srcOrd="3" destOrd="0" parTransId="{B68EB5BD-F059-4D67-A5CF-54CA698034C7}" sibTransId="{8C10D859-7F00-4410-890D-8D26658685A7}"/>
    <dgm:cxn modelId="{C10F8773-40C1-4862-AECA-67C2701CE627}" srcId="{4088DE1E-45C3-45A0-AEA8-BAFCD268CBC8}" destId="{D77E1082-4309-451D-9FBC-AF1A46C6D748}" srcOrd="2" destOrd="0" parTransId="{DFCC4BFF-465A-4E26-8727-18641F9FC1A1}" sibTransId="{E944D453-4463-409F-BE7C-A7647560D964}"/>
    <dgm:cxn modelId="{D12CA653-0CD7-4178-8494-3718FC3A1484}" type="presOf" srcId="{167409C3-40E8-4C2B-B6C1-0F16A2D51B85}" destId="{260F4F0E-FEDF-4E58-9EBB-389EC6276032}" srcOrd="0" destOrd="0" presId="urn:microsoft.com/office/officeart/2005/8/layout/hierarchy3"/>
    <dgm:cxn modelId="{865B8F54-93FC-4374-8EAC-2FE3AE68F155}" srcId="{4088DE1E-45C3-45A0-AEA8-BAFCD268CBC8}" destId="{03E7FD69-2A8B-45D1-B33D-6E6159F52C70}" srcOrd="3" destOrd="0" parTransId="{C4E34CE5-8DAB-4014-9F61-5A47FD1A5B6B}" sibTransId="{EB5DD548-7F75-4840-B94E-CA77FA3E26CA}"/>
    <dgm:cxn modelId="{A2264E56-9A8E-41EE-A81E-DBB69D758F31}" type="presOf" srcId="{0FCDE6A2-043C-4B2C-A416-39D2D3E26B00}" destId="{AF80209A-B748-4FF3-AACA-2822DCB2EFEB}" srcOrd="0" destOrd="0" presId="urn:microsoft.com/office/officeart/2005/8/layout/hierarchy3"/>
    <dgm:cxn modelId="{82872677-AFCE-4BE0-84C8-55FF35EAE233}" srcId="{1988B74C-AEAD-4087-AC38-58D573FE307C}" destId="{8A789704-8202-4C89-9D0C-99F8231C3291}" srcOrd="3" destOrd="0" parTransId="{B47988E7-78F1-4102-86EF-0395C9241BDE}" sibTransId="{EBFB0AB5-B5B7-4912-AB25-08B692ADF998}"/>
    <dgm:cxn modelId="{62C0DD77-B414-4081-B958-8098D30D4539}" type="presOf" srcId="{167409C3-40E8-4C2B-B6C1-0F16A2D51B85}" destId="{40732002-E189-449F-B6A6-5C4188F7F2DF}" srcOrd="1" destOrd="0" presId="urn:microsoft.com/office/officeart/2005/8/layout/hierarchy3"/>
    <dgm:cxn modelId="{5444C17C-0D3A-45B5-AAA7-308047B24DAA}" srcId="{167409C3-40E8-4C2B-B6C1-0F16A2D51B85}" destId="{827F6A0E-B5B0-4B1C-99D3-B95AB9F2DF57}" srcOrd="0" destOrd="0" parTransId="{A9E0BE80-980C-4D96-AC98-6EEA4A025ECE}" sibTransId="{CB8C31D7-68B9-4535-8FA9-D5A2935E4FF1}"/>
    <dgm:cxn modelId="{78715583-A052-49C9-A16C-39B4D8965A9E}" type="presOf" srcId="{4B215143-5DB9-423D-AF70-C3B542895F8A}" destId="{0F41B337-9DB3-498A-A573-C41712A976F0}" srcOrd="1" destOrd="0" presId="urn:microsoft.com/office/officeart/2005/8/layout/hierarchy3"/>
    <dgm:cxn modelId="{65648B83-3FB9-4AA1-8DC0-3D586401CC9F}" type="presOf" srcId="{C6F4026E-6FB7-4DE7-B9CA-B5A0E7899D00}" destId="{77A1D505-2DF7-43DC-BE14-7F6E9D72D8E3}" srcOrd="0" destOrd="0" presId="urn:microsoft.com/office/officeart/2005/8/layout/hierarchy3"/>
    <dgm:cxn modelId="{66ED9983-9040-4B95-A3C4-A6CFD99562FA}" type="presOf" srcId="{C8650B5B-4041-421B-BEE6-1CDC35202EEA}" destId="{D9059628-8BC7-4753-BC34-C14A9902F81E}" srcOrd="0" destOrd="0" presId="urn:microsoft.com/office/officeart/2005/8/layout/hierarchy3"/>
    <dgm:cxn modelId="{796E2585-9C04-4892-B246-E40ACA28ACA2}" type="presOf" srcId="{9D667549-DD22-463B-AC8F-2387452DDFAC}" destId="{A21A5485-B6D9-4B3E-AADE-1F831D9CEB68}" srcOrd="0" destOrd="0" presId="urn:microsoft.com/office/officeart/2005/8/layout/hierarchy3"/>
    <dgm:cxn modelId="{827DA188-FE02-467A-902E-1AE1D079AB5F}" type="presOf" srcId="{FC541FC5-355D-4B1C-8D3A-304D43ED9E0E}" destId="{E79C782E-9187-4BE1-907A-4380F9B0AB4F}" srcOrd="0" destOrd="0" presId="urn:microsoft.com/office/officeart/2005/8/layout/hierarchy3"/>
    <dgm:cxn modelId="{9284798A-405B-4ED5-AC9C-4D3F0AB12038}" srcId="{4D4433A8-58F4-4FC4-B0EF-2A0B9229C137}" destId="{92E71353-96E4-44AF-980F-4CE637277307}" srcOrd="3" destOrd="0" parTransId="{7C46A523-1250-40DE-94E6-850C0607145C}" sibTransId="{016A37FD-7687-45D9-9EE9-571AAD9451FE}"/>
    <dgm:cxn modelId="{A80AEA8B-5A57-4FE1-8558-7C26EDAD6B7E}" srcId="{C7F602D1-2125-47F3-B188-0BD44B2A05AB}" destId="{3FEA3A37-4F82-44CD-AC53-B1636D674FCE}" srcOrd="1" destOrd="0" parTransId="{551A1E1E-17FE-4CF5-BF8C-78CB6FB218E4}" sibTransId="{A817EB80-3243-4694-A307-ED49AD6EF393}"/>
    <dgm:cxn modelId="{406AF48B-9F29-4C66-8F97-806F08C22AEA}" type="presOf" srcId="{FE172AE6-2A42-4CE3-9C31-C7941487053A}" destId="{2D1364E5-FF7B-472C-B293-F0753108FFE1}" srcOrd="0" destOrd="0" presId="urn:microsoft.com/office/officeart/2005/8/layout/hierarchy3"/>
    <dgm:cxn modelId="{D8E1538D-F445-4E90-84A8-7548712D50C6}" srcId="{92E71353-96E4-44AF-980F-4CE637277307}" destId="{C6F4026E-6FB7-4DE7-B9CA-B5A0E7899D00}" srcOrd="0" destOrd="0" parTransId="{5BFFFFCA-B512-4FDA-ABC2-021A5189CC25}" sibTransId="{FB3C2DF5-B078-4DF0-B377-5DF1557E8940}"/>
    <dgm:cxn modelId="{7D666E8E-F7CA-47C6-874C-0CF055728B61}" type="presOf" srcId="{0F354201-0C1A-4A4A-8F42-915923582DAB}" destId="{30A31D10-B255-4104-A053-BC0527946D93}" srcOrd="0" destOrd="0" presId="urn:microsoft.com/office/officeart/2005/8/layout/hierarchy3"/>
    <dgm:cxn modelId="{04EC8390-D91C-42FD-AD3F-95D9D61ABA61}" srcId="{4D4433A8-58F4-4FC4-B0EF-2A0B9229C137}" destId="{4B215143-5DB9-423D-AF70-C3B542895F8A}" srcOrd="5" destOrd="0" parTransId="{3463E9D7-7464-49CD-9DCF-3D7E0CAB531E}" sibTransId="{207FB8CD-F722-4BD5-A239-9F0B09AE2942}"/>
    <dgm:cxn modelId="{24042091-0C44-44ED-99F6-D6FC413FD075}" type="presOf" srcId="{C7F602D1-2125-47F3-B188-0BD44B2A05AB}" destId="{516A0880-BB3C-4C64-B51A-E9901CBADF36}" srcOrd="1" destOrd="0" presId="urn:microsoft.com/office/officeart/2005/8/layout/hierarchy3"/>
    <dgm:cxn modelId="{09B9F097-26B2-42CE-973A-2CB1DD46DE39}" type="presOf" srcId="{B7F2F219-C18B-4DFF-BB6B-40DB79DA9CE8}" destId="{54E6591B-A9E8-4C5E-87E2-1C5426D035A6}" srcOrd="0" destOrd="0" presId="urn:microsoft.com/office/officeart/2005/8/layout/hierarchy3"/>
    <dgm:cxn modelId="{990FEB98-7920-447D-80AA-DE1E0DCFA620}" type="presOf" srcId="{D77E1082-4309-451D-9FBC-AF1A46C6D748}" destId="{A34023EE-03C6-4F9E-843B-B1399C6676D0}" srcOrd="0" destOrd="0" presId="urn:microsoft.com/office/officeart/2005/8/layout/hierarchy3"/>
    <dgm:cxn modelId="{3754AF9A-3BBE-439A-B5C9-056DAE6505A7}" type="presOf" srcId="{491C25B3-A576-40D1-9A09-831A156E4468}" destId="{6B92169C-FAA0-487A-B83A-CEC4CC3CFCDE}" srcOrd="0" destOrd="0" presId="urn:microsoft.com/office/officeart/2005/8/layout/hierarchy3"/>
    <dgm:cxn modelId="{1C5C099E-A1E3-4AD7-A524-39726A6689FA}" type="presOf" srcId="{D4EF31BF-64ED-4E0C-8400-2A21B6729322}" destId="{93254664-546A-4C5C-B2D0-2B5ADAEE8171}" srcOrd="0" destOrd="0" presId="urn:microsoft.com/office/officeart/2005/8/layout/hierarchy3"/>
    <dgm:cxn modelId="{417CF09E-C354-4DEA-8300-3EEA65B5BF68}" type="presOf" srcId="{DFCC4BFF-465A-4E26-8727-18641F9FC1A1}" destId="{CEF962F3-12D6-43E8-B259-48590E6F4485}" srcOrd="0" destOrd="0" presId="urn:microsoft.com/office/officeart/2005/8/layout/hierarchy3"/>
    <dgm:cxn modelId="{2194EFA1-B42B-46D8-8D4F-624F1172A67D}" type="presOf" srcId="{045536A9-A1DC-40E0-B363-0340D3F60C37}" destId="{B2A929E1-FA05-466B-B434-027E869B6FD2}" srcOrd="0" destOrd="0" presId="urn:microsoft.com/office/officeart/2005/8/layout/hierarchy3"/>
    <dgm:cxn modelId="{1501BBA4-8601-46E7-B308-E9BC019CFCB1}" type="presOf" srcId="{4D4A41C8-6F30-468F-93D3-43A971CB9137}" destId="{7E5948D4-E30C-431D-9A8B-A2A4313F0E22}" srcOrd="0" destOrd="0" presId="urn:microsoft.com/office/officeart/2005/8/layout/hierarchy3"/>
    <dgm:cxn modelId="{7BB464A5-3888-4654-86A4-F1851090275D}" type="presOf" srcId="{368A8C97-8B14-4681-B02B-9B398D2A73EE}" destId="{F045E2D1-C930-4657-AFBD-B54B05310B75}" srcOrd="0" destOrd="0" presId="urn:microsoft.com/office/officeart/2005/8/layout/hierarchy3"/>
    <dgm:cxn modelId="{79BC4EA8-9D57-4ECA-AD3F-F96A502F30B0}" srcId="{C7F602D1-2125-47F3-B188-0BD44B2A05AB}" destId="{C4CB8716-1FAD-4DBD-8102-C01E013601A0}" srcOrd="0" destOrd="0" parTransId="{FC541FC5-355D-4B1C-8D3A-304D43ED9E0E}" sibTransId="{5522A6DA-02AF-4AD4-B471-01FF7E7EE1F8}"/>
    <dgm:cxn modelId="{EFA4E4AA-FF55-4FEE-910C-A5478D6EC3A1}" srcId="{4088DE1E-45C3-45A0-AEA8-BAFCD268CBC8}" destId="{2E7C4AF5-DD42-4CF2-BDD7-1BEC9B5A3476}" srcOrd="1" destOrd="0" parTransId="{00BDA92F-B604-4A76-BF1B-A5FCF6482100}" sibTransId="{92DF52C5-91A9-46C9-8C3E-98CD48340ACC}"/>
    <dgm:cxn modelId="{633AB0AB-A620-4F6F-B27B-6D7B43230EB1}" type="presOf" srcId="{FCB0D21D-6FA2-4AC5-A990-00863461109B}" destId="{AACE1C37-BF6A-4FD5-BB00-FB346726303A}" srcOrd="0" destOrd="0" presId="urn:microsoft.com/office/officeart/2005/8/layout/hierarchy3"/>
    <dgm:cxn modelId="{07CCE1AE-5C66-437C-9BC1-31514A9C31E7}" type="presOf" srcId="{A9E0BE80-980C-4D96-AC98-6EEA4A025ECE}" destId="{A6936042-63BC-4768-85BF-D19549B5D02B}" srcOrd="0" destOrd="0" presId="urn:microsoft.com/office/officeart/2005/8/layout/hierarchy3"/>
    <dgm:cxn modelId="{544501B3-2126-4C8F-B3A9-E19C6EACF5E1}" type="presOf" srcId="{92E71353-96E4-44AF-980F-4CE637277307}" destId="{F74933DB-291D-471A-96F3-E754249528D4}" srcOrd="1" destOrd="0" presId="urn:microsoft.com/office/officeart/2005/8/layout/hierarchy3"/>
    <dgm:cxn modelId="{6C4C74B7-5967-4FB6-9F78-9864C72ED202}" type="presOf" srcId="{2E7C4AF5-DD42-4CF2-BDD7-1BEC9B5A3476}" destId="{50BD1128-6C1C-4ABA-B3A4-6D8AC1174B15}" srcOrd="0" destOrd="0" presId="urn:microsoft.com/office/officeart/2005/8/layout/hierarchy3"/>
    <dgm:cxn modelId="{F7ED22B8-72A8-4E30-B2A1-6830CB35A2A5}" type="presOf" srcId="{6BA4FA74-955F-4037-A08A-4BE50A997FD0}" destId="{01F8E771-01AA-43B3-A56E-2803B1A28791}" srcOrd="0" destOrd="0" presId="urn:microsoft.com/office/officeart/2005/8/layout/hierarchy3"/>
    <dgm:cxn modelId="{CAB3A5BA-82CD-403F-8DA3-BD6C4C7F3542}" type="presOf" srcId="{C4E34CE5-8DAB-4014-9F61-5A47FD1A5B6B}" destId="{DECD3334-1515-4B8D-9897-D2EA646E2B03}" srcOrd="0" destOrd="0" presId="urn:microsoft.com/office/officeart/2005/8/layout/hierarchy3"/>
    <dgm:cxn modelId="{87F602BD-7A5A-4B9D-A98D-8506796C9380}" srcId="{4D4433A8-58F4-4FC4-B0EF-2A0B9229C137}" destId="{1988B74C-AEAD-4087-AC38-58D573FE307C}" srcOrd="4" destOrd="0" parTransId="{094A9A3B-E82A-415D-83A3-4379A15C79CC}" sibTransId="{5D11101E-3AFE-4324-85BD-179EFE4C39EE}"/>
    <dgm:cxn modelId="{EA5E41BD-FDDD-4418-A42F-88E481433300}" type="presOf" srcId="{F74612C7-70D6-4E74-867C-C15257EA294B}" destId="{66317A17-1B85-401D-A1D2-30743D2E2BBA}" srcOrd="0" destOrd="0" presId="urn:microsoft.com/office/officeart/2005/8/layout/hierarchy3"/>
    <dgm:cxn modelId="{1F6BB4BE-ECCF-47C7-80C9-8D5D7FCAA38C}" srcId="{4088DE1E-45C3-45A0-AEA8-BAFCD268CBC8}" destId="{EF7EA87B-B5FC-4C84-A1CF-89483AAE9A83}" srcOrd="4" destOrd="0" parTransId="{7BF93BD8-579A-4C20-9168-548D4AC03C0C}" sibTransId="{8913CA7C-8B7D-45C9-AC8A-C6497ECE54FD}"/>
    <dgm:cxn modelId="{8A1166C0-A4D2-471A-8C9A-C5B2624C0AB5}" type="presOf" srcId="{86F2707B-055B-4DF1-A0F3-6AFBFA15899A}" destId="{0D43CCA4-5474-464C-99C9-12C0FE229990}" srcOrd="0" destOrd="0" presId="urn:microsoft.com/office/officeart/2005/8/layout/hierarchy3"/>
    <dgm:cxn modelId="{2611B4C1-C784-48CD-951E-E35A9CF965CE}" srcId="{4088DE1E-45C3-45A0-AEA8-BAFCD268CBC8}" destId="{0CA8EC8A-9ACD-440F-8E9A-8D39287C8968}" srcOrd="0" destOrd="0" parTransId="{D4EF31BF-64ED-4E0C-8400-2A21B6729322}" sibTransId="{9CDD85AE-C8C0-412B-95BF-4FE7D886169C}"/>
    <dgm:cxn modelId="{B9932EC2-E818-4153-9584-FEA05DC43108}" type="presOf" srcId="{31DE207F-3C6F-49AD-890E-30A7F611D1E6}" destId="{6AA8D02B-5059-4B0F-BB36-C45E40BCE7D8}" srcOrd="0" destOrd="0" presId="urn:microsoft.com/office/officeart/2005/8/layout/hierarchy3"/>
    <dgm:cxn modelId="{C8D4D9C3-5394-4726-9ADD-FC9E16693403}" type="presOf" srcId="{B88CA0F5-4174-4B55-959C-E8189FB5E41C}" destId="{C1B74DBF-07AD-4075-9475-BBFD6B4D2C85}" srcOrd="0" destOrd="0" presId="urn:microsoft.com/office/officeart/2005/8/layout/hierarchy3"/>
    <dgm:cxn modelId="{3EEE76C4-1579-4501-806A-85CCAA169C7D}" srcId="{C7F602D1-2125-47F3-B188-0BD44B2A05AB}" destId="{491C25B3-A576-40D1-9A09-831A156E4468}" srcOrd="2" destOrd="0" parTransId="{9D667549-DD22-463B-AC8F-2387452DDFAC}" sibTransId="{0628FC5B-F0AB-4E4E-BBC7-E6FD4467A08E}"/>
    <dgm:cxn modelId="{0B4182C5-B786-4759-BD86-D1EEC5C258E2}" srcId="{4B215143-5DB9-423D-AF70-C3B542895F8A}" destId="{D230B5B0-CE59-4DCA-8566-532DDDC848E4}" srcOrd="1" destOrd="0" parTransId="{045536A9-A1DC-40E0-B363-0340D3F60C37}" sibTransId="{E8AB2651-42F0-4C50-A616-5FD0D50C11C1}"/>
    <dgm:cxn modelId="{D103B6C5-BFAE-4CA6-A91C-1284683E4429}" type="presOf" srcId="{4088DE1E-45C3-45A0-AEA8-BAFCD268CBC8}" destId="{B86C1B73-7C48-420F-80AC-E88A34EC3885}" srcOrd="0" destOrd="0" presId="urn:microsoft.com/office/officeart/2005/8/layout/hierarchy3"/>
    <dgm:cxn modelId="{C90167C6-041D-46A9-877D-7E5912091F6C}" type="presOf" srcId="{F4A497A2-F333-4A60-B210-415BFBD654D3}" destId="{08C2D977-BB05-4550-984C-015B50ED4F32}" srcOrd="0" destOrd="0" presId="urn:microsoft.com/office/officeart/2005/8/layout/hierarchy3"/>
    <dgm:cxn modelId="{26EF94C6-143D-423C-9DDB-618FDEA05C4F}" type="presOf" srcId="{D230B5B0-CE59-4DCA-8566-532DDDC848E4}" destId="{59A2AA9C-386C-4738-8AC0-55D33FC64CC7}" srcOrd="0" destOrd="0" presId="urn:microsoft.com/office/officeart/2005/8/layout/hierarchy3"/>
    <dgm:cxn modelId="{56BD2BC7-BE33-4B7B-B0F9-473AE9F14876}" srcId="{4D4433A8-58F4-4FC4-B0EF-2A0B9229C137}" destId="{86F2707B-055B-4DF1-A0F3-6AFBFA15899A}" srcOrd="6" destOrd="0" parTransId="{C4A70080-8AAD-45BE-85B0-CE42738E13E0}" sibTransId="{A8F10F45-4334-42C0-ADD8-87FA93267502}"/>
    <dgm:cxn modelId="{F64793C7-12B0-405F-802E-00370E0004BD}" type="presOf" srcId="{8A789704-8202-4C89-9D0C-99F8231C3291}" destId="{1EFCF9F1-C2AC-4860-A8EC-104824BA6515}" srcOrd="0" destOrd="0" presId="urn:microsoft.com/office/officeart/2005/8/layout/hierarchy3"/>
    <dgm:cxn modelId="{102835D1-FB91-4515-A210-74E180117E14}" type="presOf" srcId="{780AD60F-7B8C-465A-9EA8-AA118F8E0264}" destId="{E211FADB-B350-4858-9442-206B25C1B866}" srcOrd="0" destOrd="0" presId="urn:microsoft.com/office/officeart/2005/8/layout/hierarchy3"/>
    <dgm:cxn modelId="{E537D4D3-1E6B-40C8-8C49-E5D8D7239BB7}" type="presOf" srcId="{03E7FD69-2A8B-45D1-B33D-6E6159F52C70}" destId="{433C1C0E-AC50-4C9B-9AC1-307B780D2C44}" srcOrd="0" destOrd="0" presId="urn:microsoft.com/office/officeart/2005/8/layout/hierarchy3"/>
    <dgm:cxn modelId="{DCBEDAD3-29C1-4101-AE6B-D490940E132F}" srcId="{4B215143-5DB9-423D-AF70-C3B542895F8A}" destId="{79CDAF8E-56DA-40EC-B179-AC6DD7C738D8}" srcOrd="4" destOrd="0" parTransId="{B7F2F219-C18B-4DFF-BB6B-40DB79DA9CE8}" sibTransId="{B919DF44-2EF4-4E59-BB51-CD42B5C7FFFB}"/>
    <dgm:cxn modelId="{ADDEEDD4-34DD-4171-A639-E4563A236E1E}" srcId="{962235ED-A557-46B0-943A-F2E2798D8857}" destId="{A400B8B4-C455-4F4F-A98A-8771178A71E9}" srcOrd="0" destOrd="0" parTransId="{66D44DD9-D439-484C-B85B-8C1EBA5ACE75}" sibTransId="{E38F0A53-583A-4022-A8FC-1492AC66DB00}"/>
    <dgm:cxn modelId="{B63E12D6-A312-42BF-B1C6-0D76EDA6088C}" type="presOf" srcId="{962235ED-A557-46B0-943A-F2E2798D8857}" destId="{D2203403-7696-43E4-B6C6-93BAA3FA7EF1}" srcOrd="1" destOrd="0" presId="urn:microsoft.com/office/officeart/2005/8/layout/hierarchy3"/>
    <dgm:cxn modelId="{53B3F9D9-6E7E-433A-AC61-7625DA111602}" type="presOf" srcId="{6267A1E0-0E97-4243-9A84-B7F5FAFC70D0}" destId="{D91A679B-94E6-49C1-86AF-496686951136}" srcOrd="0" destOrd="0" presId="urn:microsoft.com/office/officeart/2005/8/layout/hierarchy3"/>
    <dgm:cxn modelId="{CD3DC3E3-9FA4-42A4-AD1E-F1B5264960E9}" srcId="{86F2707B-055B-4DF1-A0F3-6AFBFA15899A}" destId="{0F354201-0C1A-4A4A-8F42-915923582DAB}" srcOrd="2" destOrd="0" parTransId="{530F83DD-0055-4096-B803-E7EA4E58B512}" sibTransId="{E9FE73FF-F2EE-4958-BB92-3B31CEBE1B9A}"/>
    <dgm:cxn modelId="{8A6DEAE3-525B-4A95-A1C6-B87A0872E9AE}" type="presOf" srcId="{39B834A3-9E17-4BE3-ABDA-DDFFFF012F72}" destId="{11AFE92B-579C-421A-B66B-B84B3A21803A}" srcOrd="0" destOrd="0" presId="urn:microsoft.com/office/officeart/2005/8/layout/hierarchy3"/>
    <dgm:cxn modelId="{F3F5BBEA-C00B-43AB-A775-03DC706789EC}" type="presOf" srcId="{4D4433A8-58F4-4FC4-B0EF-2A0B9229C137}" destId="{57D6BA50-19D5-4872-847B-FEC2B2F43154}" srcOrd="0" destOrd="0" presId="urn:microsoft.com/office/officeart/2005/8/layout/hierarchy3"/>
    <dgm:cxn modelId="{14193CEC-EC54-41A3-B20A-5C55B5B80BAB}" srcId="{4B215143-5DB9-423D-AF70-C3B542895F8A}" destId="{52D01430-79E3-41AB-B6EC-C31A99829515}" srcOrd="2" destOrd="0" parTransId="{FE172AE6-2A42-4CE3-9C31-C7941487053A}" sibTransId="{3C831C6E-4B58-45C9-BB6F-8682EB6D8B4E}"/>
    <dgm:cxn modelId="{A22D7DFB-FBA5-4361-B8C6-110C4182304B}" type="presOf" srcId="{4B215143-5DB9-423D-AF70-C3B542895F8A}" destId="{6D199B55-1456-445D-BF2B-7D9E2E040D9F}" srcOrd="0" destOrd="0" presId="urn:microsoft.com/office/officeart/2005/8/layout/hierarchy3"/>
    <dgm:cxn modelId="{94B0CCFD-7DBF-4301-ACCA-B67A7626FA83}" type="presOf" srcId="{A4C2D8CD-847F-4523-A504-C63354536353}" destId="{2607B35C-ACB2-454D-8F51-CD06B3C45C9A}" srcOrd="0" destOrd="0" presId="urn:microsoft.com/office/officeart/2005/8/layout/hierarchy3"/>
    <dgm:cxn modelId="{324FE8FD-5342-4664-8F75-91E7CC8FCD71}" srcId="{C7F602D1-2125-47F3-B188-0BD44B2A05AB}" destId="{0FCDE6A2-043C-4B2C-A416-39D2D3E26B00}" srcOrd="3" destOrd="0" parTransId="{B8018A4C-FC18-418B-8B21-6217B4E03CC4}" sibTransId="{16B1BBA8-3D69-44B6-992E-98BBD12E8AC9}"/>
    <dgm:cxn modelId="{D07E7CFE-D307-450B-889E-78E1E4112FE2}" srcId="{4B215143-5DB9-423D-AF70-C3B542895F8A}" destId="{780AD60F-7B8C-465A-9EA8-AA118F8E0264}" srcOrd="0" destOrd="0" parTransId="{C21ED6F7-EEB6-40A4-B4C3-96CAEBE696B0}" sibTransId="{54758BA8-14B5-4079-AD57-57BAA7501C93}"/>
    <dgm:cxn modelId="{36D2C0FE-171F-4E58-9788-06A6F9795694}" srcId="{86F2707B-055B-4DF1-A0F3-6AFBFA15899A}" destId="{31DE207F-3C6F-49AD-890E-30A7F611D1E6}" srcOrd="4" destOrd="0" parTransId="{6267A1E0-0E97-4243-9A84-B7F5FAFC70D0}" sibTransId="{1101D88D-F3BA-4266-BE84-D6E572DE3718}"/>
    <dgm:cxn modelId="{F98E974F-3FEB-4467-9FE9-9A87B0673261}" type="presParOf" srcId="{57D6BA50-19D5-4872-847B-FEC2B2F43154}" destId="{F0237442-CF2E-4F31-84CA-8787E4339462}" srcOrd="0" destOrd="0" presId="urn:microsoft.com/office/officeart/2005/8/layout/hierarchy3"/>
    <dgm:cxn modelId="{E0EBBA58-C0E0-4265-A94A-418A0C2C7A34}" type="presParOf" srcId="{F0237442-CF2E-4F31-84CA-8787E4339462}" destId="{DC9B3A86-5700-45D8-9EC1-700967D8DB21}" srcOrd="0" destOrd="0" presId="urn:microsoft.com/office/officeart/2005/8/layout/hierarchy3"/>
    <dgm:cxn modelId="{436EF9A3-9E54-4FC0-9B5E-D601F7FBE3A2}" type="presParOf" srcId="{DC9B3A86-5700-45D8-9EC1-700967D8DB21}" destId="{07F679B5-2EE3-4EF1-8E6E-A2CD7392E3C6}" srcOrd="0" destOrd="0" presId="urn:microsoft.com/office/officeart/2005/8/layout/hierarchy3"/>
    <dgm:cxn modelId="{A2DF7BD6-10F4-4C44-BF1C-2FCD82D44F86}" type="presParOf" srcId="{DC9B3A86-5700-45D8-9EC1-700967D8DB21}" destId="{D2203403-7696-43E4-B6C6-93BAA3FA7EF1}" srcOrd="1" destOrd="0" presId="urn:microsoft.com/office/officeart/2005/8/layout/hierarchy3"/>
    <dgm:cxn modelId="{AFA2C322-2885-41EF-A75D-EC3527FAF717}" type="presParOf" srcId="{F0237442-CF2E-4F31-84CA-8787E4339462}" destId="{560FBEE4-3E28-4E40-A821-A8AB735C59F4}" srcOrd="1" destOrd="0" presId="urn:microsoft.com/office/officeart/2005/8/layout/hierarchy3"/>
    <dgm:cxn modelId="{6D891F57-A2E8-4845-99AC-BD9F2EBAD17A}" type="presParOf" srcId="{560FBEE4-3E28-4E40-A821-A8AB735C59F4}" destId="{2939572B-5D56-422A-9B28-34C1A75D338A}" srcOrd="0" destOrd="0" presId="urn:microsoft.com/office/officeart/2005/8/layout/hierarchy3"/>
    <dgm:cxn modelId="{2658863B-5E4E-42A0-B618-A723A7DFE896}" type="presParOf" srcId="{560FBEE4-3E28-4E40-A821-A8AB735C59F4}" destId="{8DABC8A1-F321-4D53-883A-EDA55482A944}" srcOrd="1" destOrd="0" presId="urn:microsoft.com/office/officeart/2005/8/layout/hierarchy3"/>
    <dgm:cxn modelId="{D391A2CA-4B3B-4191-9B57-4C1D9F9DF1BC}" type="presParOf" srcId="{57D6BA50-19D5-4872-847B-FEC2B2F43154}" destId="{FF1E45F5-E70F-4D5A-9E59-3C45D60458F1}" srcOrd="1" destOrd="0" presId="urn:microsoft.com/office/officeart/2005/8/layout/hierarchy3"/>
    <dgm:cxn modelId="{7FD306F6-DB44-4231-859E-1663FD083373}" type="presParOf" srcId="{FF1E45F5-E70F-4D5A-9E59-3C45D60458F1}" destId="{D25E44CD-0C4E-4F85-A50A-46FF1F14E319}" srcOrd="0" destOrd="0" presId="urn:microsoft.com/office/officeart/2005/8/layout/hierarchy3"/>
    <dgm:cxn modelId="{B413440E-5B04-476A-8C2D-EC2C7D59F03D}" type="presParOf" srcId="{D25E44CD-0C4E-4F85-A50A-46FF1F14E319}" destId="{B86C1B73-7C48-420F-80AC-E88A34EC3885}" srcOrd="0" destOrd="0" presId="urn:microsoft.com/office/officeart/2005/8/layout/hierarchy3"/>
    <dgm:cxn modelId="{909494EA-56E1-4989-A584-B7BF9F99F950}" type="presParOf" srcId="{D25E44CD-0C4E-4F85-A50A-46FF1F14E319}" destId="{C45C27E6-7778-42DB-B16B-CCD29B7861F5}" srcOrd="1" destOrd="0" presId="urn:microsoft.com/office/officeart/2005/8/layout/hierarchy3"/>
    <dgm:cxn modelId="{5261054A-85B9-4582-8124-A6C2DD2B6723}" type="presParOf" srcId="{FF1E45F5-E70F-4D5A-9E59-3C45D60458F1}" destId="{F8F0B88F-F759-493F-9688-4FB304F58A4D}" srcOrd="1" destOrd="0" presId="urn:microsoft.com/office/officeart/2005/8/layout/hierarchy3"/>
    <dgm:cxn modelId="{91EFC987-6233-4DDF-A7F3-831D7C97E0CA}" type="presParOf" srcId="{F8F0B88F-F759-493F-9688-4FB304F58A4D}" destId="{93254664-546A-4C5C-B2D0-2B5ADAEE8171}" srcOrd="0" destOrd="0" presId="urn:microsoft.com/office/officeart/2005/8/layout/hierarchy3"/>
    <dgm:cxn modelId="{0B9EBD83-D8E8-4BBB-AF6C-358427E008C1}" type="presParOf" srcId="{F8F0B88F-F759-493F-9688-4FB304F58A4D}" destId="{C797BEC8-AD63-4703-88C2-36C0C0C2362B}" srcOrd="1" destOrd="0" presId="urn:microsoft.com/office/officeart/2005/8/layout/hierarchy3"/>
    <dgm:cxn modelId="{94898E39-D692-44D9-A954-8DA1CA41D5F3}" type="presParOf" srcId="{F8F0B88F-F759-493F-9688-4FB304F58A4D}" destId="{47C53E85-C439-46BA-B6F0-31F67D74A7CF}" srcOrd="2" destOrd="0" presId="urn:microsoft.com/office/officeart/2005/8/layout/hierarchy3"/>
    <dgm:cxn modelId="{0929F328-609E-492F-956F-991244ACAC89}" type="presParOf" srcId="{F8F0B88F-F759-493F-9688-4FB304F58A4D}" destId="{50BD1128-6C1C-4ABA-B3A4-6D8AC1174B15}" srcOrd="3" destOrd="0" presId="urn:microsoft.com/office/officeart/2005/8/layout/hierarchy3"/>
    <dgm:cxn modelId="{47CDDE91-903A-4464-B4CA-590E882BD6B0}" type="presParOf" srcId="{F8F0B88F-F759-493F-9688-4FB304F58A4D}" destId="{CEF962F3-12D6-43E8-B259-48590E6F4485}" srcOrd="4" destOrd="0" presId="urn:microsoft.com/office/officeart/2005/8/layout/hierarchy3"/>
    <dgm:cxn modelId="{A5636158-ED35-41BC-B3AA-D6815460C54B}" type="presParOf" srcId="{F8F0B88F-F759-493F-9688-4FB304F58A4D}" destId="{A34023EE-03C6-4F9E-843B-B1399C6676D0}" srcOrd="5" destOrd="0" presId="urn:microsoft.com/office/officeart/2005/8/layout/hierarchy3"/>
    <dgm:cxn modelId="{B25459F0-B815-4CA1-9D04-8D4826F6AB5D}" type="presParOf" srcId="{F8F0B88F-F759-493F-9688-4FB304F58A4D}" destId="{DECD3334-1515-4B8D-9897-D2EA646E2B03}" srcOrd="6" destOrd="0" presId="urn:microsoft.com/office/officeart/2005/8/layout/hierarchy3"/>
    <dgm:cxn modelId="{7FEE0A3F-4DE2-4A64-B1D5-A8A5EAC6F6AD}" type="presParOf" srcId="{F8F0B88F-F759-493F-9688-4FB304F58A4D}" destId="{433C1C0E-AC50-4C9B-9AC1-307B780D2C44}" srcOrd="7" destOrd="0" presId="urn:microsoft.com/office/officeart/2005/8/layout/hierarchy3"/>
    <dgm:cxn modelId="{B32138C5-116A-4403-8F4C-514260394060}" type="presParOf" srcId="{F8F0B88F-F759-493F-9688-4FB304F58A4D}" destId="{4F056781-6671-42B7-BA88-25502755FFBD}" srcOrd="8" destOrd="0" presId="urn:microsoft.com/office/officeart/2005/8/layout/hierarchy3"/>
    <dgm:cxn modelId="{6040739E-E1F2-43F3-AFA8-D0E089A2BE51}" type="presParOf" srcId="{F8F0B88F-F759-493F-9688-4FB304F58A4D}" destId="{67C8F6D0-2A70-4064-BF87-FF3146A4E679}" srcOrd="9" destOrd="0" presId="urn:microsoft.com/office/officeart/2005/8/layout/hierarchy3"/>
    <dgm:cxn modelId="{25AB3E3E-5769-459E-BB1D-F1B91EA705E3}" type="presParOf" srcId="{F8F0B88F-F759-493F-9688-4FB304F58A4D}" destId="{11AFE92B-579C-421A-B66B-B84B3A21803A}" srcOrd="10" destOrd="0" presId="urn:microsoft.com/office/officeart/2005/8/layout/hierarchy3"/>
    <dgm:cxn modelId="{2FF40C85-4896-40FD-BE74-1E13AEDB635E}" type="presParOf" srcId="{F8F0B88F-F759-493F-9688-4FB304F58A4D}" destId="{590DB56E-1FD8-42ED-BAA4-DD9D496C9DF1}" srcOrd="11" destOrd="0" presId="urn:microsoft.com/office/officeart/2005/8/layout/hierarchy3"/>
    <dgm:cxn modelId="{105DB77D-E5BD-43E0-AC57-E12E1C08E2BC}" type="presParOf" srcId="{57D6BA50-19D5-4872-847B-FEC2B2F43154}" destId="{EE8630B6-1577-44DE-B1DD-E5E62EB1C386}" srcOrd="2" destOrd="0" presId="urn:microsoft.com/office/officeart/2005/8/layout/hierarchy3"/>
    <dgm:cxn modelId="{2FB6E46A-A34F-4158-9528-A3A34C0C1073}" type="presParOf" srcId="{EE8630B6-1577-44DE-B1DD-E5E62EB1C386}" destId="{F2E4D620-13D8-41B4-911E-AADE5C883C1A}" srcOrd="0" destOrd="0" presId="urn:microsoft.com/office/officeart/2005/8/layout/hierarchy3"/>
    <dgm:cxn modelId="{FB06FBC6-1B5E-4EB9-88F2-603FF7C5D0B4}" type="presParOf" srcId="{F2E4D620-13D8-41B4-911E-AADE5C883C1A}" destId="{260F4F0E-FEDF-4E58-9EBB-389EC6276032}" srcOrd="0" destOrd="0" presId="urn:microsoft.com/office/officeart/2005/8/layout/hierarchy3"/>
    <dgm:cxn modelId="{645CE674-B9C4-4CD1-853C-CDC26CE7585D}" type="presParOf" srcId="{F2E4D620-13D8-41B4-911E-AADE5C883C1A}" destId="{40732002-E189-449F-B6A6-5C4188F7F2DF}" srcOrd="1" destOrd="0" presId="urn:microsoft.com/office/officeart/2005/8/layout/hierarchy3"/>
    <dgm:cxn modelId="{279F4D9C-266A-410F-8A2F-08B8B0FBA0EA}" type="presParOf" srcId="{EE8630B6-1577-44DE-B1DD-E5E62EB1C386}" destId="{11B51C43-E26D-4DCB-B64A-2F0A20882FF1}" srcOrd="1" destOrd="0" presId="urn:microsoft.com/office/officeart/2005/8/layout/hierarchy3"/>
    <dgm:cxn modelId="{6A04CD32-9B08-4B4C-AA17-C3DE440254AD}" type="presParOf" srcId="{11B51C43-E26D-4DCB-B64A-2F0A20882FF1}" destId="{A6936042-63BC-4768-85BF-D19549B5D02B}" srcOrd="0" destOrd="0" presId="urn:microsoft.com/office/officeart/2005/8/layout/hierarchy3"/>
    <dgm:cxn modelId="{8175274D-B363-470F-B186-6B24D9FA51AD}" type="presParOf" srcId="{11B51C43-E26D-4DCB-B64A-2F0A20882FF1}" destId="{6E57061C-2717-4546-B531-B60175AE71EC}" srcOrd="1" destOrd="0" presId="urn:microsoft.com/office/officeart/2005/8/layout/hierarchy3"/>
    <dgm:cxn modelId="{54B71E61-00DE-484A-9301-D80ECC046CE2}" type="presParOf" srcId="{11B51C43-E26D-4DCB-B64A-2F0A20882FF1}" destId="{66317A17-1B85-401D-A1D2-30743D2E2BBA}" srcOrd="2" destOrd="0" presId="urn:microsoft.com/office/officeart/2005/8/layout/hierarchy3"/>
    <dgm:cxn modelId="{D748DCCD-1F78-4C5D-B18D-4305ADE3DCD9}" type="presParOf" srcId="{11B51C43-E26D-4DCB-B64A-2F0A20882FF1}" destId="{EA9809D9-B50A-4D50-91CD-522CDA52FE02}" srcOrd="3" destOrd="0" presId="urn:microsoft.com/office/officeart/2005/8/layout/hierarchy3"/>
    <dgm:cxn modelId="{FAEF2B3B-BDE3-426B-8D83-D9D107351661}" type="presParOf" srcId="{57D6BA50-19D5-4872-847B-FEC2B2F43154}" destId="{69937B6B-2C27-40BC-AA35-2E8DB735534F}" srcOrd="3" destOrd="0" presId="urn:microsoft.com/office/officeart/2005/8/layout/hierarchy3"/>
    <dgm:cxn modelId="{912C6255-6DD5-45B9-8A94-6178813FF661}" type="presParOf" srcId="{69937B6B-2C27-40BC-AA35-2E8DB735534F}" destId="{15F53963-0586-4A3A-92F9-1CD63CC8ACE1}" srcOrd="0" destOrd="0" presId="urn:microsoft.com/office/officeart/2005/8/layout/hierarchy3"/>
    <dgm:cxn modelId="{1C4620EE-955C-4FEF-B486-F0488CDD3E44}" type="presParOf" srcId="{15F53963-0586-4A3A-92F9-1CD63CC8ACE1}" destId="{83B786A0-3A58-4E96-9005-843DAE2880EA}" srcOrd="0" destOrd="0" presId="urn:microsoft.com/office/officeart/2005/8/layout/hierarchy3"/>
    <dgm:cxn modelId="{0A30CB6B-8CFA-4333-83C9-50344503EBD3}" type="presParOf" srcId="{15F53963-0586-4A3A-92F9-1CD63CC8ACE1}" destId="{F74933DB-291D-471A-96F3-E754249528D4}" srcOrd="1" destOrd="0" presId="urn:microsoft.com/office/officeart/2005/8/layout/hierarchy3"/>
    <dgm:cxn modelId="{4A4BE354-340E-40CA-B348-90DC921BC393}" type="presParOf" srcId="{69937B6B-2C27-40BC-AA35-2E8DB735534F}" destId="{74ABB8BE-3C30-4478-A92E-737810259FFF}" srcOrd="1" destOrd="0" presId="urn:microsoft.com/office/officeart/2005/8/layout/hierarchy3"/>
    <dgm:cxn modelId="{6D754F92-2A2C-45B0-A688-C6B2CA1C22D8}" type="presParOf" srcId="{74ABB8BE-3C30-4478-A92E-737810259FFF}" destId="{410BD888-3EA2-4CB5-BD45-2E427B867C58}" srcOrd="0" destOrd="0" presId="urn:microsoft.com/office/officeart/2005/8/layout/hierarchy3"/>
    <dgm:cxn modelId="{BEC594C2-26B0-46DE-92BC-8DEDC909573D}" type="presParOf" srcId="{74ABB8BE-3C30-4478-A92E-737810259FFF}" destId="{77A1D505-2DF7-43DC-BE14-7F6E9D72D8E3}" srcOrd="1" destOrd="0" presId="urn:microsoft.com/office/officeart/2005/8/layout/hierarchy3"/>
    <dgm:cxn modelId="{EC34B414-C47D-432A-B1DF-AF24D36D786D}" type="presParOf" srcId="{74ABB8BE-3C30-4478-A92E-737810259FFF}" destId="{729382CD-8B46-4434-BC3F-FFFC26E886B7}" srcOrd="2" destOrd="0" presId="urn:microsoft.com/office/officeart/2005/8/layout/hierarchy3"/>
    <dgm:cxn modelId="{06D87A1A-45D4-461D-A41C-192E88F9E013}" type="presParOf" srcId="{74ABB8BE-3C30-4478-A92E-737810259FFF}" destId="{08C2D977-BB05-4550-984C-015B50ED4F32}" srcOrd="3" destOrd="0" presId="urn:microsoft.com/office/officeart/2005/8/layout/hierarchy3"/>
    <dgm:cxn modelId="{A4B3F9EF-89D1-4EF4-97A7-3DF5ED78FD80}" type="presParOf" srcId="{74ABB8BE-3C30-4478-A92E-737810259FFF}" destId="{344612A8-18B0-4F94-AE05-FDCAFB95AAB6}" srcOrd="4" destOrd="0" presId="urn:microsoft.com/office/officeart/2005/8/layout/hierarchy3"/>
    <dgm:cxn modelId="{7A313E91-89E8-4D45-AD87-95F9AD6F55CF}" type="presParOf" srcId="{74ABB8BE-3C30-4478-A92E-737810259FFF}" destId="{0C9FEFF8-6ACC-47EF-9910-F37729AC5971}" srcOrd="5" destOrd="0" presId="urn:microsoft.com/office/officeart/2005/8/layout/hierarchy3"/>
    <dgm:cxn modelId="{5EDF6DA7-B771-4000-99A2-BCD13104380D}" type="presParOf" srcId="{57D6BA50-19D5-4872-847B-FEC2B2F43154}" destId="{F61156A0-270A-4ACF-A4C5-12B221B6A57B}" srcOrd="4" destOrd="0" presId="urn:microsoft.com/office/officeart/2005/8/layout/hierarchy3"/>
    <dgm:cxn modelId="{C08AF3E2-06B8-4ACF-8FA8-66B3A4D2D1DB}" type="presParOf" srcId="{F61156A0-270A-4ACF-A4C5-12B221B6A57B}" destId="{9FC202C9-DC7C-493E-8531-25E47CC8077B}" srcOrd="0" destOrd="0" presId="urn:microsoft.com/office/officeart/2005/8/layout/hierarchy3"/>
    <dgm:cxn modelId="{B852FD01-D9E6-43AE-94F0-EF39E641202F}" type="presParOf" srcId="{9FC202C9-DC7C-493E-8531-25E47CC8077B}" destId="{9BEBB5E7-C704-4016-869C-953B84609848}" srcOrd="0" destOrd="0" presId="urn:microsoft.com/office/officeart/2005/8/layout/hierarchy3"/>
    <dgm:cxn modelId="{C693A0AC-0C9D-48DF-897A-06ACFC227420}" type="presParOf" srcId="{9FC202C9-DC7C-493E-8531-25E47CC8077B}" destId="{F3C66090-519D-4782-9709-093AED0A9E57}" srcOrd="1" destOrd="0" presId="urn:microsoft.com/office/officeart/2005/8/layout/hierarchy3"/>
    <dgm:cxn modelId="{E5DA2AC0-F6F4-47B0-A131-6FF284097E49}" type="presParOf" srcId="{F61156A0-270A-4ACF-A4C5-12B221B6A57B}" destId="{245506FA-0444-4FC2-B251-1F92BBDC5F2B}" srcOrd="1" destOrd="0" presId="urn:microsoft.com/office/officeart/2005/8/layout/hierarchy3"/>
    <dgm:cxn modelId="{B2AE7E3A-AB06-41D9-9999-F089F2D696B1}" type="presParOf" srcId="{245506FA-0444-4FC2-B251-1F92BBDC5F2B}" destId="{D7B6265F-D28D-450F-A708-3A405A2618DB}" srcOrd="0" destOrd="0" presId="urn:microsoft.com/office/officeart/2005/8/layout/hierarchy3"/>
    <dgm:cxn modelId="{706D1499-7E66-4B5C-B59D-BB9167D909A1}" type="presParOf" srcId="{245506FA-0444-4FC2-B251-1F92BBDC5F2B}" destId="{83279F6E-6196-4BCC-8AE9-EAB2390FFBB4}" srcOrd="1" destOrd="0" presId="urn:microsoft.com/office/officeart/2005/8/layout/hierarchy3"/>
    <dgm:cxn modelId="{9F180E30-7793-4F9C-B43E-5F5468B13DC7}" type="presParOf" srcId="{245506FA-0444-4FC2-B251-1F92BBDC5F2B}" destId="{7E5948D4-E30C-431D-9A8B-A2A4313F0E22}" srcOrd="2" destOrd="0" presId="urn:microsoft.com/office/officeart/2005/8/layout/hierarchy3"/>
    <dgm:cxn modelId="{84C5AB31-CF8A-4954-8A33-F4431423B1D0}" type="presParOf" srcId="{245506FA-0444-4FC2-B251-1F92BBDC5F2B}" destId="{D9059628-8BC7-4753-BC34-C14A9902F81E}" srcOrd="3" destOrd="0" presId="urn:microsoft.com/office/officeart/2005/8/layout/hierarchy3"/>
    <dgm:cxn modelId="{583CE7A3-67DE-4DB2-861C-84EFB36F4078}" type="presParOf" srcId="{245506FA-0444-4FC2-B251-1F92BBDC5F2B}" destId="{C1B74DBF-07AD-4075-9475-BBFD6B4D2C85}" srcOrd="4" destOrd="0" presId="urn:microsoft.com/office/officeart/2005/8/layout/hierarchy3"/>
    <dgm:cxn modelId="{8DD2A43F-70E3-4EBD-8F03-93226806FA46}" type="presParOf" srcId="{245506FA-0444-4FC2-B251-1F92BBDC5F2B}" destId="{AACE1C37-BF6A-4FD5-BB00-FB346726303A}" srcOrd="5" destOrd="0" presId="urn:microsoft.com/office/officeart/2005/8/layout/hierarchy3"/>
    <dgm:cxn modelId="{06A73E1E-4B42-4FE7-B47F-E3149E795EFD}" type="presParOf" srcId="{245506FA-0444-4FC2-B251-1F92BBDC5F2B}" destId="{897B28A2-05AF-411C-A4F8-14CB111ED3DC}" srcOrd="6" destOrd="0" presId="urn:microsoft.com/office/officeart/2005/8/layout/hierarchy3"/>
    <dgm:cxn modelId="{5E365DFE-85D6-4784-AB2C-3E7C77E72A0D}" type="presParOf" srcId="{245506FA-0444-4FC2-B251-1F92BBDC5F2B}" destId="{1EFCF9F1-C2AC-4860-A8EC-104824BA6515}" srcOrd="7" destOrd="0" presId="urn:microsoft.com/office/officeart/2005/8/layout/hierarchy3"/>
    <dgm:cxn modelId="{22BC3EB6-9DE8-4C5E-9381-5F2417C3E551}" type="presParOf" srcId="{57D6BA50-19D5-4872-847B-FEC2B2F43154}" destId="{813499BB-061B-4827-9DE2-7AB5050F7203}" srcOrd="5" destOrd="0" presId="urn:microsoft.com/office/officeart/2005/8/layout/hierarchy3"/>
    <dgm:cxn modelId="{436B6D6D-1E47-40B1-A693-7FBDE6A54E5E}" type="presParOf" srcId="{813499BB-061B-4827-9DE2-7AB5050F7203}" destId="{750C14E4-BA5E-4888-95BB-B151A4C588C4}" srcOrd="0" destOrd="0" presId="urn:microsoft.com/office/officeart/2005/8/layout/hierarchy3"/>
    <dgm:cxn modelId="{71DA959F-216F-4BC9-BECB-00BE1757C761}" type="presParOf" srcId="{750C14E4-BA5E-4888-95BB-B151A4C588C4}" destId="{6D199B55-1456-445D-BF2B-7D9E2E040D9F}" srcOrd="0" destOrd="0" presId="urn:microsoft.com/office/officeart/2005/8/layout/hierarchy3"/>
    <dgm:cxn modelId="{E41A8718-5665-499D-A1C4-D84662607B58}" type="presParOf" srcId="{750C14E4-BA5E-4888-95BB-B151A4C588C4}" destId="{0F41B337-9DB3-498A-A573-C41712A976F0}" srcOrd="1" destOrd="0" presId="urn:microsoft.com/office/officeart/2005/8/layout/hierarchy3"/>
    <dgm:cxn modelId="{8F10C801-D1E1-4AB8-85B0-28582EA0E6E1}" type="presParOf" srcId="{813499BB-061B-4827-9DE2-7AB5050F7203}" destId="{168D2A3F-C7EE-4515-B57A-CD97B45F8D77}" srcOrd="1" destOrd="0" presId="urn:microsoft.com/office/officeart/2005/8/layout/hierarchy3"/>
    <dgm:cxn modelId="{37F86573-D355-4C6A-B7FB-C95C672DEFBA}" type="presParOf" srcId="{168D2A3F-C7EE-4515-B57A-CD97B45F8D77}" destId="{48B66715-CA22-4D02-8EF4-6E3B12F0A406}" srcOrd="0" destOrd="0" presId="urn:microsoft.com/office/officeart/2005/8/layout/hierarchy3"/>
    <dgm:cxn modelId="{CF14749E-2299-49C1-85B1-CD239971CC7F}" type="presParOf" srcId="{168D2A3F-C7EE-4515-B57A-CD97B45F8D77}" destId="{E211FADB-B350-4858-9442-206B25C1B866}" srcOrd="1" destOrd="0" presId="urn:microsoft.com/office/officeart/2005/8/layout/hierarchy3"/>
    <dgm:cxn modelId="{E11A051B-6163-486D-B157-42317F4A3ECB}" type="presParOf" srcId="{168D2A3F-C7EE-4515-B57A-CD97B45F8D77}" destId="{B2A929E1-FA05-466B-B434-027E869B6FD2}" srcOrd="2" destOrd="0" presId="urn:microsoft.com/office/officeart/2005/8/layout/hierarchy3"/>
    <dgm:cxn modelId="{406D6A90-A2F3-4AD1-9434-F374983134B3}" type="presParOf" srcId="{168D2A3F-C7EE-4515-B57A-CD97B45F8D77}" destId="{59A2AA9C-386C-4738-8AC0-55D33FC64CC7}" srcOrd="3" destOrd="0" presId="urn:microsoft.com/office/officeart/2005/8/layout/hierarchy3"/>
    <dgm:cxn modelId="{90EE2005-A981-4B2E-B756-1E271B60248C}" type="presParOf" srcId="{168D2A3F-C7EE-4515-B57A-CD97B45F8D77}" destId="{2D1364E5-FF7B-472C-B293-F0753108FFE1}" srcOrd="4" destOrd="0" presId="urn:microsoft.com/office/officeart/2005/8/layout/hierarchy3"/>
    <dgm:cxn modelId="{CF2B70FD-B0C0-4426-A03E-6A3DFFD3BB08}" type="presParOf" srcId="{168D2A3F-C7EE-4515-B57A-CD97B45F8D77}" destId="{5E0539DD-06F8-4623-8D08-C96B02107D12}" srcOrd="5" destOrd="0" presId="urn:microsoft.com/office/officeart/2005/8/layout/hierarchy3"/>
    <dgm:cxn modelId="{9B4AEE57-EC80-4876-8562-6E3014ED23EA}" type="presParOf" srcId="{168D2A3F-C7EE-4515-B57A-CD97B45F8D77}" destId="{1CA210DB-A959-49D3-ACC7-CAA10BE728F8}" srcOrd="6" destOrd="0" presId="urn:microsoft.com/office/officeart/2005/8/layout/hierarchy3"/>
    <dgm:cxn modelId="{AAFB7760-4DDE-40D0-A701-52825F90AA61}" type="presParOf" srcId="{168D2A3F-C7EE-4515-B57A-CD97B45F8D77}" destId="{1D0BA206-7D13-414B-AAF5-3959F09435F8}" srcOrd="7" destOrd="0" presId="urn:microsoft.com/office/officeart/2005/8/layout/hierarchy3"/>
    <dgm:cxn modelId="{B63D46BB-A136-4F07-B197-054509ACDD01}" type="presParOf" srcId="{168D2A3F-C7EE-4515-B57A-CD97B45F8D77}" destId="{54E6591B-A9E8-4C5E-87E2-1C5426D035A6}" srcOrd="8" destOrd="0" presId="urn:microsoft.com/office/officeart/2005/8/layout/hierarchy3"/>
    <dgm:cxn modelId="{410918B7-D92A-43DD-8834-EE543B37F355}" type="presParOf" srcId="{168D2A3F-C7EE-4515-B57A-CD97B45F8D77}" destId="{3FCC3207-4019-4EAC-9C92-3C5E3784510B}" srcOrd="9" destOrd="0" presId="urn:microsoft.com/office/officeart/2005/8/layout/hierarchy3"/>
    <dgm:cxn modelId="{ED9CE4EE-AA0D-4042-8D01-846F0CE9A9E5}" type="presParOf" srcId="{57D6BA50-19D5-4872-847B-FEC2B2F43154}" destId="{66533BE4-189A-40DB-B333-8F48454E422D}" srcOrd="6" destOrd="0" presId="urn:microsoft.com/office/officeart/2005/8/layout/hierarchy3"/>
    <dgm:cxn modelId="{80778A2B-8979-485D-9877-35E82E71A074}" type="presParOf" srcId="{66533BE4-189A-40DB-B333-8F48454E422D}" destId="{5A5F12D4-471C-4542-ADF8-DFD622A1F94D}" srcOrd="0" destOrd="0" presId="urn:microsoft.com/office/officeart/2005/8/layout/hierarchy3"/>
    <dgm:cxn modelId="{C34F40A9-446C-42C2-B23D-04BEB852B904}" type="presParOf" srcId="{5A5F12D4-471C-4542-ADF8-DFD622A1F94D}" destId="{0D43CCA4-5474-464C-99C9-12C0FE229990}" srcOrd="0" destOrd="0" presId="urn:microsoft.com/office/officeart/2005/8/layout/hierarchy3"/>
    <dgm:cxn modelId="{AD085E67-8E56-4132-A891-3A4381E28416}" type="presParOf" srcId="{5A5F12D4-471C-4542-ADF8-DFD622A1F94D}" destId="{1EB7969C-071D-4B90-A1E7-E30D66FDAFA6}" srcOrd="1" destOrd="0" presId="urn:microsoft.com/office/officeart/2005/8/layout/hierarchy3"/>
    <dgm:cxn modelId="{20EAD66D-9007-4A6A-8592-D0EAFAADE82F}" type="presParOf" srcId="{66533BE4-189A-40DB-B333-8F48454E422D}" destId="{22C62D49-E58D-4D63-B920-041560D8F9A0}" srcOrd="1" destOrd="0" presId="urn:microsoft.com/office/officeart/2005/8/layout/hierarchy3"/>
    <dgm:cxn modelId="{51EC158B-2096-4F3E-BB5C-74CB168F8239}" type="presParOf" srcId="{22C62D49-E58D-4D63-B920-041560D8F9A0}" destId="{3F21028E-42F8-444A-A033-BDC9FBAAE140}" srcOrd="0" destOrd="0" presId="urn:microsoft.com/office/officeart/2005/8/layout/hierarchy3"/>
    <dgm:cxn modelId="{36007C80-D4BB-4B80-B2A3-951D4E88B9D7}" type="presParOf" srcId="{22C62D49-E58D-4D63-B920-041560D8F9A0}" destId="{01F8E771-01AA-43B3-A56E-2803B1A28791}" srcOrd="1" destOrd="0" presId="urn:microsoft.com/office/officeart/2005/8/layout/hierarchy3"/>
    <dgm:cxn modelId="{394D92D2-D26F-4DA5-AF5B-C8B1939CE607}" type="presParOf" srcId="{22C62D49-E58D-4D63-B920-041560D8F9A0}" destId="{F045E2D1-C930-4657-AFBD-B54B05310B75}" srcOrd="2" destOrd="0" presId="urn:microsoft.com/office/officeart/2005/8/layout/hierarchy3"/>
    <dgm:cxn modelId="{512AD858-73F4-493E-AB3E-BBF44357A4D9}" type="presParOf" srcId="{22C62D49-E58D-4D63-B920-041560D8F9A0}" destId="{2607B35C-ACB2-454D-8F51-CD06B3C45C9A}" srcOrd="3" destOrd="0" presId="urn:microsoft.com/office/officeart/2005/8/layout/hierarchy3"/>
    <dgm:cxn modelId="{1F6C3A76-2ED5-4900-95E8-7EC323A587A5}" type="presParOf" srcId="{22C62D49-E58D-4D63-B920-041560D8F9A0}" destId="{5CD83093-7D64-4A9E-8198-2816C5CA3BBA}" srcOrd="4" destOrd="0" presId="urn:microsoft.com/office/officeart/2005/8/layout/hierarchy3"/>
    <dgm:cxn modelId="{405B7E7B-61B9-4AD2-B916-D92B675883C0}" type="presParOf" srcId="{22C62D49-E58D-4D63-B920-041560D8F9A0}" destId="{30A31D10-B255-4104-A053-BC0527946D93}" srcOrd="5" destOrd="0" presId="urn:microsoft.com/office/officeart/2005/8/layout/hierarchy3"/>
    <dgm:cxn modelId="{F29451CD-ACB9-45B4-A9D3-EF29C7C13DC2}" type="presParOf" srcId="{22C62D49-E58D-4D63-B920-041560D8F9A0}" destId="{4F7953B1-8E45-4EF5-808F-FA112CC2B6E1}" srcOrd="6" destOrd="0" presId="urn:microsoft.com/office/officeart/2005/8/layout/hierarchy3"/>
    <dgm:cxn modelId="{78929BF1-9CA5-46C3-B884-F13E42984EFB}" type="presParOf" srcId="{22C62D49-E58D-4D63-B920-041560D8F9A0}" destId="{12431A66-AE2A-49E9-99F4-256A54F54DF1}" srcOrd="7" destOrd="0" presId="urn:microsoft.com/office/officeart/2005/8/layout/hierarchy3"/>
    <dgm:cxn modelId="{3435CC39-1A42-4405-9EF8-C34EBFA1C77C}" type="presParOf" srcId="{22C62D49-E58D-4D63-B920-041560D8F9A0}" destId="{D91A679B-94E6-49C1-86AF-496686951136}" srcOrd="8" destOrd="0" presId="urn:microsoft.com/office/officeart/2005/8/layout/hierarchy3"/>
    <dgm:cxn modelId="{16D513DF-81A9-4663-ABCD-2D721A331D5A}" type="presParOf" srcId="{22C62D49-E58D-4D63-B920-041560D8F9A0}" destId="{6AA8D02B-5059-4B0F-BB36-C45E40BCE7D8}" srcOrd="9" destOrd="0" presId="urn:microsoft.com/office/officeart/2005/8/layout/hierarchy3"/>
    <dgm:cxn modelId="{8B6CB89D-C75B-4645-9E0F-6922E296F2A5}" type="presParOf" srcId="{57D6BA50-19D5-4872-847B-FEC2B2F43154}" destId="{33A5D721-8BC6-499A-B9EE-B038F3C6AA81}" srcOrd="7" destOrd="0" presId="urn:microsoft.com/office/officeart/2005/8/layout/hierarchy3"/>
    <dgm:cxn modelId="{A156D5F8-D5A4-4B04-9BFA-EC60238F0ECE}" type="presParOf" srcId="{33A5D721-8BC6-499A-B9EE-B038F3C6AA81}" destId="{CE93E32C-F51F-4361-B087-9A42B2A81DAA}" srcOrd="0" destOrd="0" presId="urn:microsoft.com/office/officeart/2005/8/layout/hierarchy3"/>
    <dgm:cxn modelId="{5365D427-FB39-4762-8420-AC8E8B8B8E4C}" type="presParOf" srcId="{CE93E32C-F51F-4361-B087-9A42B2A81DAA}" destId="{01BDE3AF-7868-452A-BBEA-77E57C4DC04A}" srcOrd="0" destOrd="0" presId="urn:microsoft.com/office/officeart/2005/8/layout/hierarchy3"/>
    <dgm:cxn modelId="{1FE7D9B3-34B1-4BA7-A520-B0CCD3797E59}" type="presParOf" srcId="{CE93E32C-F51F-4361-B087-9A42B2A81DAA}" destId="{516A0880-BB3C-4C64-B51A-E9901CBADF36}" srcOrd="1" destOrd="0" presId="urn:microsoft.com/office/officeart/2005/8/layout/hierarchy3"/>
    <dgm:cxn modelId="{27A5A966-E02E-4A87-873F-EC8370C7D194}" type="presParOf" srcId="{33A5D721-8BC6-499A-B9EE-B038F3C6AA81}" destId="{FB7E83B7-2370-458E-AFF7-81286F2A7F23}" srcOrd="1" destOrd="0" presId="urn:microsoft.com/office/officeart/2005/8/layout/hierarchy3"/>
    <dgm:cxn modelId="{E943AE8F-189B-4FFF-B1F0-997AA7288B72}" type="presParOf" srcId="{FB7E83B7-2370-458E-AFF7-81286F2A7F23}" destId="{E79C782E-9187-4BE1-907A-4380F9B0AB4F}" srcOrd="0" destOrd="0" presId="urn:microsoft.com/office/officeart/2005/8/layout/hierarchy3"/>
    <dgm:cxn modelId="{3C97AA74-BF46-448C-8914-F39F0C96136B}" type="presParOf" srcId="{FB7E83B7-2370-458E-AFF7-81286F2A7F23}" destId="{683E81F4-397C-4D9F-8FB7-C0D775022EF5}" srcOrd="1" destOrd="0" presId="urn:microsoft.com/office/officeart/2005/8/layout/hierarchy3"/>
    <dgm:cxn modelId="{FD46F93F-1A88-4D68-ACF6-F4B2B2E43BA5}" type="presParOf" srcId="{FB7E83B7-2370-458E-AFF7-81286F2A7F23}" destId="{9964D718-496B-4D70-B52A-8A2D1AA2C910}" srcOrd="2" destOrd="0" presId="urn:microsoft.com/office/officeart/2005/8/layout/hierarchy3"/>
    <dgm:cxn modelId="{4C525942-ACF8-4E52-BE9B-4F9F41CE67D5}" type="presParOf" srcId="{FB7E83B7-2370-458E-AFF7-81286F2A7F23}" destId="{D1A635A6-EACD-4B93-AEED-069FDB139CF7}" srcOrd="3" destOrd="0" presId="urn:microsoft.com/office/officeart/2005/8/layout/hierarchy3"/>
    <dgm:cxn modelId="{377C2E35-035C-4290-B44A-ECF82D563748}" type="presParOf" srcId="{FB7E83B7-2370-458E-AFF7-81286F2A7F23}" destId="{A21A5485-B6D9-4B3E-AADE-1F831D9CEB68}" srcOrd="4" destOrd="0" presId="urn:microsoft.com/office/officeart/2005/8/layout/hierarchy3"/>
    <dgm:cxn modelId="{DC0EE22A-737B-40E2-B989-48C40823D7CD}" type="presParOf" srcId="{FB7E83B7-2370-458E-AFF7-81286F2A7F23}" destId="{6B92169C-FAA0-487A-B83A-CEC4CC3CFCDE}" srcOrd="5" destOrd="0" presId="urn:microsoft.com/office/officeart/2005/8/layout/hierarchy3"/>
    <dgm:cxn modelId="{A6D0E4CD-7CB4-453B-8FF4-05D79BE24F7A}" type="presParOf" srcId="{FB7E83B7-2370-458E-AFF7-81286F2A7F23}" destId="{04F38966-5FF4-4185-9444-4EAF68F1AB42}" srcOrd="6" destOrd="0" presId="urn:microsoft.com/office/officeart/2005/8/layout/hierarchy3"/>
    <dgm:cxn modelId="{C07BA15B-B255-490F-9F41-7CF3B4518C7B}" type="presParOf" srcId="{FB7E83B7-2370-458E-AFF7-81286F2A7F23}" destId="{AF80209A-B748-4FF3-AACA-2822DCB2EFEB}"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8B3697-FAB5-42A9-9106-B7383F7EB9E7}" type="doc">
      <dgm:prSet loTypeId="urn:microsoft.com/office/officeart/2005/8/layout/process1" loCatId="process" qsTypeId="urn:microsoft.com/office/officeart/2005/8/quickstyle/simple1" qsCatId="simple" csTypeId="urn:microsoft.com/office/officeart/2005/8/colors/colorful1" csCatId="colorful" phldr="1"/>
      <dgm:spPr/>
    </dgm:pt>
    <dgm:pt modelId="{71F34BFB-BD16-434B-934B-DCD0629D9E8C}">
      <dgm:prSet phldrT="[Text]"/>
      <dgm:spPr/>
      <dgm:t>
        <a:bodyPr/>
        <a:lstStyle/>
        <a:p>
          <a:r>
            <a:rPr lang="en-ZA" dirty="0"/>
            <a:t>Request</a:t>
          </a:r>
        </a:p>
      </dgm:t>
    </dgm:pt>
    <dgm:pt modelId="{C12DEC64-3964-4979-8C20-5C53CE475B08}" type="parTrans" cxnId="{970AED68-F43D-4DBC-8903-7DF5565A092D}">
      <dgm:prSet/>
      <dgm:spPr/>
      <dgm:t>
        <a:bodyPr/>
        <a:lstStyle/>
        <a:p>
          <a:endParaRPr lang="en-ZA"/>
        </a:p>
      </dgm:t>
    </dgm:pt>
    <dgm:pt modelId="{B5A14FCE-48C6-4F3E-98B5-32CC65C9B80E}" type="sibTrans" cxnId="{970AED68-F43D-4DBC-8903-7DF5565A092D}">
      <dgm:prSet/>
      <dgm:spPr/>
      <dgm:t>
        <a:bodyPr/>
        <a:lstStyle/>
        <a:p>
          <a:endParaRPr lang="en-ZA"/>
        </a:p>
      </dgm:t>
    </dgm:pt>
    <dgm:pt modelId="{9D65948A-536B-4495-83B9-81BBD33D57E0}">
      <dgm:prSet phldrT="[Text]"/>
      <dgm:spPr/>
      <dgm:t>
        <a:bodyPr/>
        <a:lstStyle/>
        <a:p>
          <a:r>
            <a:rPr lang="en-ZA" dirty="0"/>
            <a:t>Selection and Preview</a:t>
          </a:r>
        </a:p>
      </dgm:t>
    </dgm:pt>
    <dgm:pt modelId="{AB2F064D-A30F-4FF6-B711-859E4FE76902}" type="parTrans" cxnId="{226849D0-A777-4DD9-BBCE-4F26A661B53F}">
      <dgm:prSet/>
      <dgm:spPr/>
      <dgm:t>
        <a:bodyPr/>
        <a:lstStyle/>
        <a:p>
          <a:endParaRPr lang="en-ZA"/>
        </a:p>
      </dgm:t>
    </dgm:pt>
    <dgm:pt modelId="{378B3200-E6F5-447F-B268-08712441760B}" type="sibTrans" cxnId="{226849D0-A777-4DD9-BBCE-4F26A661B53F}">
      <dgm:prSet/>
      <dgm:spPr/>
      <dgm:t>
        <a:bodyPr/>
        <a:lstStyle/>
        <a:p>
          <a:endParaRPr lang="en-ZA"/>
        </a:p>
      </dgm:t>
    </dgm:pt>
    <dgm:pt modelId="{B720518C-2513-4A56-B66B-CCABF7E9D84B}">
      <dgm:prSet phldrT="[Text]"/>
      <dgm:spPr/>
      <dgm:t>
        <a:bodyPr/>
        <a:lstStyle/>
        <a:p>
          <a:r>
            <a:rPr lang="en-ZA" dirty="0"/>
            <a:t>Process to extract</a:t>
          </a:r>
        </a:p>
      </dgm:t>
    </dgm:pt>
    <dgm:pt modelId="{F3101CD0-4AAD-47BE-B309-CA0B06445BD1}" type="parTrans" cxnId="{F4DE5237-4D8B-4943-B6B1-A7D5A1889DAE}">
      <dgm:prSet/>
      <dgm:spPr/>
      <dgm:t>
        <a:bodyPr/>
        <a:lstStyle/>
        <a:p>
          <a:endParaRPr lang="en-ZA"/>
        </a:p>
      </dgm:t>
    </dgm:pt>
    <dgm:pt modelId="{5BF59D01-E467-4112-8A10-52CD8CD138FB}" type="sibTrans" cxnId="{F4DE5237-4D8B-4943-B6B1-A7D5A1889DAE}">
      <dgm:prSet/>
      <dgm:spPr/>
      <dgm:t>
        <a:bodyPr/>
        <a:lstStyle/>
        <a:p>
          <a:endParaRPr lang="en-ZA"/>
        </a:p>
      </dgm:t>
    </dgm:pt>
    <dgm:pt modelId="{B621E35F-05EE-4095-B5E4-5D7E58600E52}">
      <dgm:prSet phldrT="[Text]"/>
      <dgm:spPr/>
      <dgm:t>
        <a:bodyPr/>
        <a:lstStyle/>
        <a:p>
          <a:r>
            <a:rPr lang="en-ZA" dirty="0"/>
            <a:t>Output</a:t>
          </a:r>
        </a:p>
      </dgm:t>
    </dgm:pt>
    <dgm:pt modelId="{9D9F4146-1273-4C2A-832A-50E373F7E1A6}" type="parTrans" cxnId="{1145FE22-0B53-4BF3-8AEE-877006B11C9B}">
      <dgm:prSet/>
      <dgm:spPr/>
      <dgm:t>
        <a:bodyPr/>
        <a:lstStyle/>
        <a:p>
          <a:endParaRPr lang="en-ZA"/>
        </a:p>
      </dgm:t>
    </dgm:pt>
    <dgm:pt modelId="{56E90D78-12A2-4338-8455-4F646DA9915F}" type="sibTrans" cxnId="{1145FE22-0B53-4BF3-8AEE-877006B11C9B}">
      <dgm:prSet/>
      <dgm:spPr/>
      <dgm:t>
        <a:bodyPr/>
        <a:lstStyle/>
        <a:p>
          <a:endParaRPr lang="en-ZA"/>
        </a:p>
      </dgm:t>
    </dgm:pt>
    <dgm:pt modelId="{17DB4424-C1D0-42FE-AFAB-0EBC946C053D}">
      <dgm:prSet phldrT="[Text]"/>
      <dgm:spPr/>
      <dgm:t>
        <a:bodyPr/>
        <a:lstStyle/>
        <a:p>
          <a:r>
            <a:rPr lang="en-ZA" dirty="0"/>
            <a:t>Email with a link to download</a:t>
          </a:r>
        </a:p>
      </dgm:t>
    </dgm:pt>
    <dgm:pt modelId="{D12AF97F-EC4A-47C6-9EED-A4E3108A8906}" type="parTrans" cxnId="{37A33328-7988-4C6C-9986-9011126F3A3D}">
      <dgm:prSet/>
      <dgm:spPr/>
      <dgm:t>
        <a:bodyPr/>
        <a:lstStyle/>
        <a:p>
          <a:endParaRPr lang="en-ZA"/>
        </a:p>
      </dgm:t>
    </dgm:pt>
    <dgm:pt modelId="{AD613F3F-836D-4977-97CB-F03115AC556A}" type="sibTrans" cxnId="{37A33328-7988-4C6C-9986-9011126F3A3D}">
      <dgm:prSet/>
      <dgm:spPr/>
      <dgm:t>
        <a:bodyPr/>
        <a:lstStyle/>
        <a:p>
          <a:endParaRPr lang="en-ZA"/>
        </a:p>
      </dgm:t>
    </dgm:pt>
    <dgm:pt modelId="{A431000C-5B88-4618-961E-78981AB71526}">
      <dgm:prSet phldrT="[Text]"/>
      <dgm:spPr/>
      <dgm:t>
        <a:bodyPr/>
        <a:lstStyle/>
        <a:p>
          <a:r>
            <a:rPr lang="en-ZA" dirty="0"/>
            <a:t>Direct download (size limit 30 – 50 mb)</a:t>
          </a:r>
        </a:p>
      </dgm:t>
    </dgm:pt>
    <dgm:pt modelId="{D3AC7E51-0DD9-4A7B-A5B6-2A5143B00C78}" type="parTrans" cxnId="{A41EE148-17A1-453F-B7B0-D57EC03F605D}">
      <dgm:prSet/>
      <dgm:spPr/>
      <dgm:t>
        <a:bodyPr/>
        <a:lstStyle/>
        <a:p>
          <a:endParaRPr lang="en-ZA"/>
        </a:p>
      </dgm:t>
    </dgm:pt>
    <dgm:pt modelId="{70998743-F861-4ED6-B7DC-2BF60E1BC870}" type="sibTrans" cxnId="{A41EE148-17A1-453F-B7B0-D57EC03F605D}">
      <dgm:prSet/>
      <dgm:spPr/>
      <dgm:t>
        <a:bodyPr/>
        <a:lstStyle/>
        <a:p>
          <a:endParaRPr lang="en-ZA"/>
        </a:p>
      </dgm:t>
    </dgm:pt>
    <dgm:pt modelId="{6FDFFE8D-E6D4-4CC3-8423-EB6E00F9E157}" type="pres">
      <dgm:prSet presAssocID="{378B3697-FAB5-42A9-9106-B7383F7EB9E7}" presName="Name0" presStyleCnt="0">
        <dgm:presLayoutVars>
          <dgm:dir/>
          <dgm:resizeHandles val="exact"/>
        </dgm:presLayoutVars>
      </dgm:prSet>
      <dgm:spPr/>
    </dgm:pt>
    <dgm:pt modelId="{D4148BBC-866B-4708-ACFF-138728FD664F}" type="pres">
      <dgm:prSet presAssocID="{71F34BFB-BD16-434B-934B-DCD0629D9E8C}" presName="node" presStyleLbl="node1" presStyleIdx="0" presStyleCnt="4">
        <dgm:presLayoutVars>
          <dgm:bulletEnabled val="1"/>
        </dgm:presLayoutVars>
      </dgm:prSet>
      <dgm:spPr/>
    </dgm:pt>
    <dgm:pt modelId="{F8A28F7B-0830-41AF-997C-81A72B65EA62}" type="pres">
      <dgm:prSet presAssocID="{B5A14FCE-48C6-4F3E-98B5-32CC65C9B80E}" presName="sibTrans" presStyleLbl="sibTrans2D1" presStyleIdx="0" presStyleCnt="3"/>
      <dgm:spPr/>
    </dgm:pt>
    <dgm:pt modelId="{579F4AB7-6AC7-4754-BCED-2584B8CFD52A}" type="pres">
      <dgm:prSet presAssocID="{B5A14FCE-48C6-4F3E-98B5-32CC65C9B80E}" presName="connectorText" presStyleLbl="sibTrans2D1" presStyleIdx="0" presStyleCnt="3"/>
      <dgm:spPr/>
    </dgm:pt>
    <dgm:pt modelId="{906BC46D-5598-42B3-AE97-07905469FFE7}" type="pres">
      <dgm:prSet presAssocID="{9D65948A-536B-4495-83B9-81BBD33D57E0}" presName="node" presStyleLbl="node1" presStyleIdx="1" presStyleCnt="4">
        <dgm:presLayoutVars>
          <dgm:bulletEnabled val="1"/>
        </dgm:presLayoutVars>
      </dgm:prSet>
      <dgm:spPr/>
    </dgm:pt>
    <dgm:pt modelId="{B7F49FEA-03E5-413E-8471-CE1D8A2B93F6}" type="pres">
      <dgm:prSet presAssocID="{378B3200-E6F5-447F-B268-08712441760B}" presName="sibTrans" presStyleLbl="sibTrans2D1" presStyleIdx="1" presStyleCnt="3"/>
      <dgm:spPr/>
    </dgm:pt>
    <dgm:pt modelId="{E53D816E-62F8-45E8-96FB-EF3236B0D85D}" type="pres">
      <dgm:prSet presAssocID="{378B3200-E6F5-447F-B268-08712441760B}" presName="connectorText" presStyleLbl="sibTrans2D1" presStyleIdx="1" presStyleCnt="3"/>
      <dgm:spPr/>
    </dgm:pt>
    <dgm:pt modelId="{144527F3-A2C6-459A-8759-6C5E86C5EB5F}" type="pres">
      <dgm:prSet presAssocID="{B720518C-2513-4A56-B66B-CCABF7E9D84B}" presName="node" presStyleLbl="node1" presStyleIdx="2" presStyleCnt="4">
        <dgm:presLayoutVars>
          <dgm:bulletEnabled val="1"/>
        </dgm:presLayoutVars>
      </dgm:prSet>
      <dgm:spPr/>
    </dgm:pt>
    <dgm:pt modelId="{3AF4E1CA-47E6-4EEC-9323-100EBD2F6C81}" type="pres">
      <dgm:prSet presAssocID="{5BF59D01-E467-4112-8A10-52CD8CD138FB}" presName="sibTrans" presStyleLbl="sibTrans2D1" presStyleIdx="2" presStyleCnt="3"/>
      <dgm:spPr/>
    </dgm:pt>
    <dgm:pt modelId="{A8C32681-3D44-41BC-BA90-C0179B8DAFF5}" type="pres">
      <dgm:prSet presAssocID="{5BF59D01-E467-4112-8A10-52CD8CD138FB}" presName="connectorText" presStyleLbl="sibTrans2D1" presStyleIdx="2" presStyleCnt="3"/>
      <dgm:spPr/>
    </dgm:pt>
    <dgm:pt modelId="{499D5FB1-7BDE-4F5E-B043-1F39C347D2C4}" type="pres">
      <dgm:prSet presAssocID="{B621E35F-05EE-4095-B5E4-5D7E58600E52}" presName="node" presStyleLbl="node1" presStyleIdx="3" presStyleCnt="4">
        <dgm:presLayoutVars>
          <dgm:bulletEnabled val="1"/>
        </dgm:presLayoutVars>
      </dgm:prSet>
      <dgm:spPr/>
    </dgm:pt>
  </dgm:ptLst>
  <dgm:cxnLst>
    <dgm:cxn modelId="{F82D720C-D5B0-43A2-BDCC-76DC3D3E57DC}" type="presOf" srcId="{B720518C-2513-4A56-B66B-CCABF7E9D84B}" destId="{144527F3-A2C6-459A-8759-6C5E86C5EB5F}" srcOrd="0" destOrd="0" presId="urn:microsoft.com/office/officeart/2005/8/layout/process1"/>
    <dgm:cxn modelId="{1145FE22-0B53-4BF3-8AEE-877006B11C9B}" srcId="{378B3697-FAB5-42A9-9106-B7383F7EB9E7}" destId="{B621E35F-05EE-4095-B5E4-5D7E58600E52}" srcOrd="3" destOrd="0" parTransId="{9D9F4146-1273-4C2A-832A-50E373F7E1A6}" sibTransId="{56E90D78-12A2-4338-8455-4F646DA9915F}"/>
    <dgm:cxn modelId="{37A33328-7988-4C6C-9986-9011126F3A3D}" srcId="{B621E35F-05EE-4095-B5E4-5D7E58600E52}" destId="{17DB4424-C1D0-42FE-AFAB-0EBC946C053D}" srcOrd="0" destOrd="0" parTransId="{D12AF97F-EC4A-47C6-9EED-A4E3108A8906}" sibTransId="{AD613F3F-836D-4977-97CB-F03115AC556A}"/>
    <dgm:cxn modelId="{F4DE5237-4D8B-4943-B6B1-A7D5A1889DAE}" srcId="{378B3697-FAB5-42A9-9106-B7383F7EB9E7}" destId="{B720518C-2513-4A56-B66B-CCABF7E9D84B}" srcOrd="2" destOrd="0" parTransId="{F3101CD0-4AAD-47BE-B309-CA0B06445BD1}" sibTransId="{5BF59D01-E467-4112-8A10-52CD8CD138FB}"/>
    <dgm:cxn modelId="{88BBA83D-C9D9-4F69-9853-3BB1D1D890D5}" type="presOf" srcId="{B621E35F-05EE-4095-B5E4-5D7E58600E52}" destId="{499D5FB1-7BDE-4F5E-B043-1F39C347D2C4}" srcOrd="0" destOrd="0" presId="urn:microsoft.com/office/officeart/2005/8/layout/process1"/>
    <dgm:cxn modelId="{A41EE148-17A1-453F-B7B0-D57EC03F605D}" srcId="{B621E35F-05EE-4095-B5E4-5D7E58600E52}" destId="{A431000C-5B88-4618-961E-78981AB71526}" srcOrd="1" destOrd="0" parTransId="{D3AC7E51-0DD9-4A7B-A5B6-2A5143B00C78}" sibTransId="{70998743-F861-4ED6-B7DC-2BF60E1BC870}"/>
    <dgm:cxn modelId="{970AED68-F43D-4DBC-8903-7DF5565A092D}" srcId="{378B3697-FAB5-42A9-9106-B7383F7EB9E7}" destId="{71F34BFB-BD16-434B-934B-DCD0629D9E8C}" srcOrd="0" destOrd="0" parTransId="{C12DEC64-3964-4979-8C20-5C53CE475B08}" sibTransId="{B5A14FCE-48C6-4F3E-98B5-32CC65C9B80E}"/>
    <dgm:cxn modelId="{33C80D52-BB89-4594-8388-519205795F3E}" type="presOf" srcId="{B5A14FCE-48C6-4F3E-98B5-32CC65C9B80E}" destId="{F8A28F7B-0830-41AF-997C-81A72B65EA62}" srcOrd="0" destOrd="0" presId="urn:microsoft.com/office/officeart/2005/8/layout/process1"/>
    <dgm:cxn modelId="{B3F4867E-4B5D-40D6-A116-957554C750F7}" type="presOf" srcId="{B5A14FCE-48C6-4F3E-98B5-32CC65C9B80E}" destId="{579F4AB7-6AC7-4754-BCED-2584B8CFD52A}" srcOrd="1" destOrd="0" presId="urn:microsoft.com/office/officeart/2005/8/layout/process1"/>
    <dgm:cxn modelId="{709085A4-7498-4A78-9AA0-AAD860C9C90B}" type="presOf" srcId="{378B3200-E6F5-447F-B268-08712441760B}" destId="{E53D816E-62F8-45E8-96FB-EF3236B0D85D}" srcOrd="1" destOrd="0" presId="urn:microsoft.com/office/officeart/2005/8/layout/process1"/>
    <dgm:cxn modelId="{323535AA-A03C-4C80-BA03-9D0E1669299F}" type="presOf" srcId="{5BF59D01-E467-4112-8A10-52CD8CD138FB}" destId="{A8C32681-3D44-41BC-BA90-C0179B8DAFF5}" srcOrd="1" destOrd="0" presId="urn:microsoft.com/office/officeart/2005/8/layout/process1"/>
    <dgm:cxn modelId="{8FEB90B6-B92B-45EA-A99A-C6870F0CC2E0}" type="presOf" srcId="{17DB4424-C1D0-42FE-AFAB-0EBC946C053D}" destId="{499D5FB1-7BDE-4F5E-B043-1F39C347D2C4}" srcOrd="0" destOrd="1" presId="urn:microsoft.com/office/officeart/2005/8/layout/process1"/>
    <dgm:cxn modelId="{226849D0-A777-4DD9-BBCE-4F26A661B53F}" srcId="{378B3697-FAB5-42A9-9106-B7383F7EB9E7}" destId="{9D65948A-536B-4495-83B9-81BBD33D57E0}" srcOrd="1" destOrd="0" parTransId="{AB2F064D-A30F-4FF6-B711-859E4FE76902}" sibTransId="{378B3200-E6F5-447F-B268-08712441760B}"/>
    <dgm:cxn modelId="{95D4E9D1-540D-4B05-879A-819A73A6F9B3}" type="presOf" srcId="{A431000C-5B88-4618-961E-78981AB71526}" destId="{499D5FB1-7BDE-4F5E-B043-1F39C347D2C4}" srcOrd="0" destOrd="2" presId="urn:microsoft.com/office/officeart/2005/8/layout/process1"/>
    <dgm:cxn modelId="{7C8A3FD6-FA3A-465C-AB8F-9B4FECCAB1A0}" type="presOf" srcId="{5BF59D01-E467-4112-8A10-52CD8CD138FB}" destId="{3AF4E1CA-47E6-4EEC-9323-100EBD2F6C81}" srcOrd="0" destOrd="0" presId="urn:microsoft.com/office/officeart/2005/8/layout/process1"/>
    <dgm:cxn modelId="{C897ACF4-E097-4533-8142-6FC126F98510}" type="presOf" srcId="{378B3697-FAB5-42A9-9106-B7383F7EB9E7}" destId="{6FDFFE8D-E6D4-4CC3-8423-EB6E00F9E157}" srcOrd="0" destOrd="0" presId="urn:microsoft.com/office/officeart/2005/8/layout/process1"/>
    <dgm:cxn modelId="{59307EF6-17B9-401A-B7F8-8D4512AEB028}" type="presOf" srcId="{378B3200-E6F5-447F-B268-08712441760B}" destId="{B7F49FEA-03E5-413E-8471-CE1D8A2B93F6}" srcOrd="0" destOrd="0" presId="urn:microsoft.com/office/officeart/2005/8/layout/process1"/>
    <dgm:cxn modelId="{EDC060F7-C2D8-42BB-BEF1-670FBB513EF4}" type="presOf" srcId="{71F34BFB-BD16-434B-934B-DCD0629D9E8C}" destId="{D4148BBC-866B-4708-ACFF-138728FD664F}" srcOrd="0" destOrd="0" presId="urn:microsoft.com/office/officeart/2005/8/layout/process1"/>
    <dgm:cxn modelId="{11F94EF8-634F-4441-8BE3-C8046B58A611}" type="presOf" srcId="{9D65948A-536B-4495-83B9-81BBD33D57E0}" destId="{906BC46D-5598-42B3-AE97-07905469FFE7}" srcOrd="0" destOrd="0" presId="urn:microsoft.com/office/officeart/2005/8/layout/process1"/>
    <dgm:cxn modelId="{665B4A66-295B-4EC2-9A65-AE031974668A}" type="presParOf" srcId="{6FDFFE8D-E6D4-4CC3-8423-EB6E00F9E157}" destId="{D4148BBC-866B-4708-ACFF-138728FD664F}" srcOrd="0" destOrd="0" presId="urn:microsoft.com/office/officeart/2005/8/layout/process1"/>
    <dgm:cxn modelId="{EFF93DC3-C1F0-4557-A77E-AF284BBFB20C}" type="presParOf" srcId="{6FDFFE8D-E6D4-4CC3-8423-EB6E00F9E157}" destId="{F8A28F7B-0830-41AF-997C-81A72B65EA62}" srcOrd="1" destOrd="0" presId="urn:microsoft.com/office/officeart/2005/8/layout/process1"/>
    <dgm:cxn modelId="{A007F0E2-24A7-4F47-84B1-40E8BD752797}" type="presParOf" srcId="{F8A28F7B-0830-41AF-997C-81A72B65EA62}" destId="{579F4AB7-6AC7-4754-BCED-2584B8CFD52A}" srcOrd="0" destOrd="0" presId="urn:microsoft.com/office/officeart/2005/8/layout/process1"/>
    <dgm:cxn modelId="{FA0D0153-B938-4E90-91D9-AD9849F884C9}" type="presParOf" srcId="{6FDFFE8D-E6D4-4CC3-8423-EB6E00F9E157}" destId="{906BC46D-5598-42B3-AE97-07905469FFE7}" srcOrd="2" destOrd="0" presId="urn:microsoft.com/office/officeart/2005/8/layout/process1"/>
    <dgm:cxn modelId="{FA9B1D28-EEDB-4ED2-AC66-2523C82C1F39}" type="presParOf" srcId="{6FDFFE8D-E6D4-4CC3-8423-EB6E00F9E157}" destId="{B7F49FEA-03E5-413E-8471-CE1D8A2B93F6}" srcOrd="3" destOrd="0" presId="urn:microsoft.com/office/officeart/2005/8/layout/process1"/>
    <dgm:cxn modelId="{EB00A52D-C50B-4A58-9D86-46BEA977CB55}" type="presParOf" srcId="{B7F49FEA-03E5-413E-8471-CE1D8A2B93F6}" destId="{E53D816E-62F8-45E8-96FB-EF3236B0D85D}" srcOrd="0" destOrd="0" presId="urn:microsoft.com/office/officeart/2005/8/layout/process1"/>
    <dgm:cxn modelId="{8A398516-23DC-4589-AC24-8C711C8A7514}" type="presParOf" srcId="{6FDFFE8D-E6D4-4CC3-8423-EB6E00F9E157}" destId="{144527F3-A2C6-459A-8759-6C5E86C5EB5F}" srcOrd="4" destOrd="0" presId="urn:microsoft.com/office/officeart/2005/8/layout/process1"/>
    <dgm:cxn modelId="{C4C433AE-DBE4-4158-A821-007514E04D7C}" type="presParOf" srcId="{6FDFFE8D-E6D4-4CC3-8423-EB6E00F9E157}" destId="{3AF4E1CA-47E6-4EEC-9323-100EBD2F6C81}" srcOrd="5" destOrd="0" presId="urn:microsoft.com/office/officeart/2005/8/layout/process1"/>
    <dgm:cxn modelId="{BD1AC97A-4CCF-47C9-943F-38427C5B9E46}" type="presParOf" srcId="{3AF4E1CA-47E6-4EEC-9323-100EBD2F6C81}" destId="{A8C32681-3D44-41BC-BA90-C0179B8DAFF5}" srcOrd="0" destOrd="0" presId="urn:microsoft.com/office/officeart/2005/8/layout/process1"/>
    <dgm:cxn modelId="{70D0D8F2-A5AD-46D0-BE73-00E22E942DEB}" type="presParOf" srcId="{6FDFFE8D-E6D4-4CC3-8423-EB6E00F9E157}" destId="{499D5FB1-7BDE-4F5E-B043-1F39C347D2C4}"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F679B5-2EE3-4EF1-8E6E-A2CD7392E3C6}">
      <dsp:nvSpPr>
        <dsp:cNvPr id="0" name=""/>
        <dsp:cNvSpPr/>
      </dsp:nvSpPr>
      <dsp:spPr>
        <a:xfrm>
          <a:off x="1376" y="107511"/>
          <a:ext cx="1155906" cy="57795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Management</a:t>
          </a:r>
        </a:p>
      </dsp:txBody>
      <dsp:txXfrm>
        <a:off x="18304" y="124439"/>
        <a:ext cx="1122050" cy="544097"/>
      </dsp:txXfrm>
    </dsp:sp>
    <dsp:sp modelId="{2939572B-5D56-422A-9B28-34C1A75D338A}">
      <dsp:nvSpPr>
        <dsp:cNvPr id="0" name=""/>
        <dsp:cNvSpPr/>
      </dsp:nvSpPr>
      <dsp:spPr>
        <a:xfrm>
          <a:off x="116966"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ABC8A1-F321-4D53-883A-EDA55482A944}">
      <dsp:nvSpPr>
        <dsp:cNvPr id="0" name=""/>
        <dsp:cNvSpPr/>
      </dsp:nvSpPr>
      <dsp:spPr>
        <a:xfrm>
          <a:off x="232557" y="829953"/>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Management and User Productivity Report</a:t>
          </a:r>
        </a:p>
      </dsp:txBody>
      <dsp:txXfrm>
        <a:off x="249485" y="846881"/>
        <a:ext cx="890868" cy="544097"/>
      </dsp:txXfrm>
    </dsp:sp>
    <dsp:sp modelId="{B86C1B73-7C48-420F-80AC-E88A34EC3885}">
      <dsp:nvSpPr>
        <dsp:cNvPr id="0" name=""/>
        <dsp:cNvSpPr/>
      </dsp:nvSpPr>
      <dsp:spPr>
        <a:xfrm>
          <a:off x="1446258" y="107511"/>
          <a:ext cx="1155906" cy="577953"/>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Registry</a:t>
          </a:r>
        </a:p>
      </dsp:txBody>
      <dsp:txXfrm>
        <a:off x="1463186" y="124439"/>
        <a:ext cx="1122050" cy="544097"/>
      </dsp:txXfrm>
    </dsp:sp>
    <dsp:sp modelId="{93254664-546A-4C5C-B2D0-2B5ADAEE8171}">
      <dsp:nvSpPr>
        <dsp:cNvPr id="0" name=""/>
        <dsp:cNvSpPr/>
      </dsp:nvSpPr>
      <dsp:spPr>
        <a:xfrm>
          <a:off x="1561849"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97BEC8-AD63-4703-88C2-36C0C0C2362B}">
      <dsp:nvSpPr>
        <dsp:cNvPr id="0" name=""/>
        <dsp:cNvSpPr/>
      </dsp:nvSpPr>
      <dsp:spPr>
        <a:xfrm>
          <a:off x="1677440" y="829953"/>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Lodgment</a:t>
          </a:r>
        </a:p>
      </dsp:txBody>
      <dsp:txXfrm>
        <a:off x="1694368" y="846881"/>
        <a:ext cx="890868" cy="544097"/>
      </dsp:txXfrm>
    </dsp:sp>
    <dsp:sp modelId="{47C53E85-C439-46BA-B6F0-31F67D74A7CF}">
      <dsp:nvSpPr>
        <dsp:cNvPr id="0" name=""/>
        <dsp:cNvSpPr/>
      </dsp:nvSpPr>
      <dsp:spPr>
        <a:xfrm>
          <a:off x="1561849"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BD1128-6C1C-4ABA-B3A4-6D8AC1174B15}">
      <dsp:nvSpPr>
        <dsp:cNvPr id="0" name=""/>
        <dsp:cNvSpPr/>
      </dsp:nvSpPr>
      <dsp:spPr>
        <a:xfrm>
          <a:off x="1677440"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Payment</a:t>
          </a:r>
        </a:p>
      </dsp:txBody>
      <dsp:txXfrm>
        <a:off x="1694368" y="1569322"/>
        <a:ext cx="890868" cy="544097"/>
      </dsp:txXfrm>
    </dsp:sp>
    <dsp:sp modelId="{CEF962F3-12D6-43E8-B259-48590E6F4485}">
      <dsp:nvSpPr>
        <dsp:cNvPr id="0" name=""/>
        <dsp:cNvSpPr/>
      </dsp:nvSpPr>
      <dsp:spPr>
        <a:xfrm>
          <a:off x="1561849"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4023EE-03C6-4F9E-843B-B1399C6676D0}">
      <dsp:nvSpPr>
        <dsp:cNvPr id="0" name=""/>
        <dsp:cNvSpPr/>
      </dsp:nvSpPr>
      <dsp:spPr>
        <a:xfrm>
          <a:off x="1677440"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Send Notifications on Lodgment  </a:t>
          </a:r>
        </a:p>
      </dsp:txBody>
      <dsp:txXfrm>
        <a:off x="1694368" y="2291763"/>
        <a:ext cx="890868" cy="544097"/>
      </dsp:txXfrm>
    </dsp:sp>
    <dsp:sp modelId="{DECD3334-1515-4B8D-9897-D2EA646E2B03}">
      <dsp:nvSpPr>
        <dsp:cNvPr id="0" name=""/>
        <dsp:cNvSpPr/>
      </dsp:nvSpPr>
      <dsp:spPr>
        <a:xfrm>
          <a:off x="1561849"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3C1C0E-AC50-4C9B-9AC1-307B780D2C44}">
      <dsp:nvSpPr>
        <dsp:cNvPr id="0" name=""/>
        <dsp:cNvSpPr/>
      </dsp:nvSpPr>
      <dsp:spPr>
        <a:xfrm>
          <a:off x="1677440" y="2997277"/>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Post Approval process</a:t>
          </a:r>
        </a:p>
      </dsp:txBody>
      <dsp:txXfrm>
        <a:off x="1694368" y="3014205"/>
        <a:ext cx="890868" cy="544097"/>
      </dsp:txXfrm>
    </dsp:sp>
    <dsp:sp modelId="{4F056781-6671-42B7-BA88-25502755FFBD}">
      <dsp:nvSpPr>
        <dsp:cNvPr id="0" name=""/>
        <dsp:cNvSpPr/>
      </dsp:nvSpPr>
      <dsp:spPr>
        <a:xfrm>
          <a:off x="1561849" y="685464"/>
          <a:ext cx="115590" cy="3323230"/>
        </a:xfrm>
        <a:custGeom>
          <a:avLst/>
          <a:gdLst/>
          <a:ahLst/>
          <a:cxnLst/>
          <a:rect l="0" t="0" r="0" b="0"/>
          <a:pathLst>
            <a:path>
              <a:moveTo>
                <a:pt x="0" y="0"/>
              </a:moveTo>
              <a:lnTo>
                <a:pt x="0" y="3323230"/>
              </a:lnTo>
              <a:lnTo>
                <a:pt x="115590" y="332323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C8F6D0-2A70-4064-BF87-FF3146A4E679}">
      <dsp:nvSpPr>
        <dsp:cNvPr id="0" name=""/>
        <dsp:cNvSpPr/>
      </dsp:nvSpPr>
      <dsp:spPr>
        <a:xfrm>
          <a:off x="1677440" y="3719718"/>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Dispatch</a:t>
          </a:r>
        </a:p>
      </dsp:txBody>
      <dsp:txXfrm>
        <a:off x="1694368" y="3736646"/>
        <a:ext cx="890868" cy="544097"/>
      </dsp:txXfrm>
    </dsp:sp>
    <dsp:sp modelId="{11AFE92B-579C-421A-B66B-B84B3A21803A}">
      <dsp:nvSpPr>
        <dsp:cNvPr id="0" name=""/>
        <dsp:cNvSpPr/>
      </dsp:nvSpPr>
      <dsp:spPr>
        <a:xfrm>
          <a:off x="1561849" y="685464"/>
          <a:ext cx="115590" cy="4045671"/>
        </a:xfrm>
        <a:custGeom>
          <a:avLst/>
          <a:gdLst/>
          <a:ahLst/>
          <a:cxnLst/>
          <a:rect l="0" t="0" r="0" b="0"/>
          <a:pathLst>
            <a:path>
              <a:moveTo>
                <a:pt x="0" y="0"/>
              </a:moveTo>
              <a:lnTo>
                <a:pt x="0" y="4045671"/>
              </a:lnTo>
              <a:lnTo>
                <a:pt x="115590" y="404567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0DB56E-1FD8-42ED-BAA4-DD9D496C9DF1}">
      <dsp:nvSpPr>
        <dsp:cNvPr id="0" name=""/>
        <dsp:cNvSpPr/>
      </dsp:nvSpPr>
      <dsp:spPr>
        <a:xfrm>
          <a:off x="1677440" y="4442160"/>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Dockets produced</a:t>
          </a:r>
        </a:p>
      </dsp:txBody>
      <dsp:txXfrm>
        <a:off x="1694368" y="4459088"/>
        <a:ext cx="890868" cy="544097"/>
      </dsp:txXfrm>
    </dsp:sp>
    <dsp:sp modelId="{260F4F0E-FEDF-4E58-9EBB-389EC6276032}">
      <dsp:nvSpPr>
        <dsp:cNvPr id="0" name=""/>
        <dsp:cNvSpPr/>
      </dsp:nvSpPr>
      <dsp:spPr>
        <a:xfrm>
          <a:off x="2891141" y="107511"/>
          <a:ext cx="1155906" cy="57795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Numbering</a:t>
          </a:r>
        </a:p>
      </dsp:txBody>
      <dsp:txXfrm>
        <a:off x="2908069" y="124439"/>
        <a:ext cx="1122050" cy="544097"/>
      </dsp:txXfrm>
    </dsp:sp>
    <dsp:sp modelId="{A6936042-63BC-4768-85BF-D19549B5D02B}">
      <dsp:nvSpPr>
        <dsp:cNvPr id="0" name=""/>
        <dsp:cNvSpPr/>
      </dsp:nvSpPr>
      <dsp:spPr>
        <a:xfrm>
          <a:off x="3006732"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7061C-2717-4546-B531-B60175AE71EC}">
      <dsp:nvSpPr>
        <dsp:cNvPr id="0" name=""/>
        <dsp:cNvSpPr/>
      </dsp:nvSpPr>
      <dsp:spPr>
        <a:xfrm>
          <a:off x="3122322" y="829953"/>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Reserve Parcel</a:t>
          </a:r>
        </a:p>
      </dsp:txBody>
      <dsp:txXfrm>
        <a:off x="3139250" y="846881"/>
        <a:ext cx="890868" cy="544097"/>
      </dsp:txXfrm>
    </dsp:sp>
    <dsp:sp modelId="{66317A17-1B85-401D-A1D2-30743D2E2BBA}">
      <dsp:nvSpPr>
        <dsp:cNvPr id="0" name=""/>
        <dsp:cNvSpPr/>
      </dsp:nvSpPr>
      <dsp:spPr>
        <a:xfrm>
          <a:off x="3006732"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9809D9-B50A-4D50-91CD-522CDA52FE02}">
      <dsp:nvSpPr>
        <dsp:cNvPr id="0" name=""/>
        <dsp:cNvSpPr/>
      </dsp:nvSpPr>
      <dsp:spPr>
        <a:xfrm>
          <a:off x="3122322"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Numbering</a:t>
          </a:r>
        </a:p>
      </dsp:txBody>
      <dsp:txXfrm>
        <a:off x="3139250" y="1569322"/>
        <a:ext cx="890868" cy="544097"/>
      </dsp:txXfrm>
    </dsp:sp>
    <dsp:sp modelId="{83B786A0-3A58-4E96-9005-843DAE2880EA}">
      <dsp:nvSpPr>
        <dsp:cNvPr id="0" name=""/>
        <dsp:cNvSpPr/>
      </dsp:nvSpPr>
      <dsp:spPr>
        <a:xfrm>
          <a:off x="4336024" y="107511"/>
          <a:ext cx="1155906" cy="577953"/>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First Level Examination</a:t>
          </a:r>
        </a:p>
      </dsp:txBody>
      <dsp:txXfrm>
        <a:off x="4352952" y="124439"/>
        <a:ext cx="1122050" cy="544097"/>
      </dsp:txXfrm>
    </dsp:sp>
    <dsp:sp modelId="{C067F209-D774-4F1C-931F-C4E4FA3BDB01}">
      <dsp:nvSpPr>
        <dsp:cNvPr id="0" name=""/>
        <dsp:cNvSpPr/>
      </dsp:nvSpPr>
      <dsp:spPr>
        <a:xfrm>
          <a:off x="4451615"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3B98A9-A85C-4E2D-8FBA-32427CE06A05}">
      <dsp:nvSpPr>
        <dsp:cNvPr id="0" name=""/>
        <dsp:cNvSpPr/>
      </dsp:nvSpPr>
      <dsp:spPr>
        <a:xfrm>
          <a:off x="4567205" y="829953"/>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Noting</a:t>
          </a:r>
        </a:p>
      </dsp:txBody>
      <dsp:txXfrm>
        <a:off x="4584133" y="846881"/>
        <a:ext cx="890868" cy="544097"/>
      </dsp:txXfrm>
    </dsp:sp>
    <dsp:sp modelId="{410BD888-3EA2-4CB5-BD45-2E427B867C58}">
      <dsp:nvSpPr>
        <dsp:cNvPr id="0" name=""/>
        <dsp:cNvSpPr/>
      </dsp:nvSpPr>
      <dsp:spPr>
        <a:xfrm>
          <a:off x="4451615"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A1D505-2DF7-43DC-BE14-7F6E9D72D8E3}">
      <dsp:nvSpPr>
        <dsp:cNvPr id="0" name=""/>
        <dsp:cNvSpPr/>
      </dsp:nvSpPr>
      <dsp:spPr>
        <a:xfrm>
          <a:off x="4567205"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ZA" sz="800" kern="1200" dirty="0"/>
            <a:t>Capture examination check results onto DB</a:t>
          </a:r>
          <a:endParaRPr lang="en-US" sz="800" kern="1200" dirty="0"/>
        </a:p>
      </dsp:txBody>
      <dsp:txXfrm>
        <a:off x="4584133" y="1569322"/>
        <a:ext cx="890868" cy="544097"/>
      </dsp:txXfrm>
    </dsp:sp>
    <dsp:sp modelId="{729382CD-8B46-4434-BC3F-FFFC26E886B7}">
      <dsp:nvSpPr>
        <dsp:cNvPr id="0" name=""/>
        <dsp:cNvSpPr/>
      </dsp:nvSpPr>
      <dsp:spPr>
        <a:xfrm>
          <a:off x="4451615"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C2D977-BB05-4550-984C-015B50ED4F32}">
      <dsp:nvSpPr>
        <dsp:cNvPr id="0" name=""/>
        <dsp:cNvSpPr/>
      </dsp:nvSpPr>
      <dsp:spPr>
        <a:xfrm>
          <a:off x="4567205"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Queried Information rendered</a:t>
          </a:r>
        </a:p>
      </dsp:txBody>
      <dsp:txXfrm>
        <a:off x="4584133" y="2291763"/>
        <a:ext cx="890868" cy="544097"/>
      </dsp:txXfrm>
    </dsp:sp>
    <dsp:sp modelId="{344612A8-18B0-4F94-AE05-FDCAFB95AAB6}">
      <dsp:nvSpPr>
        <dsp:cNvPr id="0" name=""/>
        <dsp:cNvSpPr/>
      </dsp:nvSpPr>
      <dsp:spPr>
        <a:xfrm>
          <a:off x="4451615"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9FEFF8-6ACC-47EF-9910-F37729AC5971}">
      <dsp:nvSpPr>
        <dsp:cNvPr id="0" name=""/>
        <dsp:cNvSpPr/>
      </dsp:nvSpPr>
      <dsp:spPr>
        <a:xfrm>
          <a:off x="4567205" y="2997277"/>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Produce </a:t>
          </a:r>
          <a:r>
            <a:rPr lang="en-ZA" sz="800" kern="1200" dirty="0"/>
            <a:t>Advisory Notes/ comments</a:t>
          </a:r>
          <a:endParaRPr lang="en-US" sz="800" kern="1200" dirty="0"/>
        </a:p>
      </dsp:txBody>
      <dsp:txXfrm>
        <a:off x="4584133" y="3014205"/>
        <a:ext cx="890868" cy="544097"/>
      </dsp:txXfrm>
    </dsp:sp>
    <dsp:sp modelId="{9BEBB5E7-C704-4016-869C-953B84609848}">
      <dsp:nvSpPr>
        <dsp:cNvPr id="0" name=""/>
        <dsp:cNvSpPr/>
      </dsp:nvSpPr>
      <dsp:spPr>
        <a:xfrm>
          <a:off x="5780907" y="107511"/>
          <a:ext cx="1155906" cy="577953"/>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Second Level Examination</a:t>
          </a:r>
        </a:p>
      </dsp:txBody>
      <dsp:txXfrm>
        <a:off x="5797835" y="124439"/>
        <a:ext cx="1122050" cy="544097"/>
      </dsp:txXfrm>
    </dsp:sp>
    <dsp:sp modelId="{D7B6265F-D28D-450F-A708-3A405A2618DB}">
      <dsp:nvSpPr>
        <dsp:cNvPr id="0" name=""/>
        <dsp:cNvSpPr/>
      </dsp:nvSpPr>
      <dsp:spPr>
        <a:xfrm>
          <a:off x="5896497"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279F6E-6196-4BCC-8AE9-EAB2390FFBB4}">
      <dsp:nvSpPr>
        <dsp:cNvPr id="0" name=""/>
        <dsp:cNvSpPr/>
      </dsp:nvSpPr>
      <dsp:spPr>
        <a:xfrm>
          <a:off x="6012088" y="829953"/>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Queried information rendered</a:t>
          </a:r>
        </a:p>
      </dsp:txBody>
      <dsp:txXfrm>
        <a:off x="6029016" y="846881"/>
        <a:ext cx="890868" cy="544097"/>
      </dsp:txXfrm>
    </dsp:sp>
    <dsp:sp modelId="{7E5948D4-E30C-431D-9A8B-A2A4313F0E22}">
      <dsp:nvSpPr>
        <dsp:cNvPr id="0" name=""/>
        <dsp:cNvSpPr/>
      </dsp:nvSpPr>
      <dsp:spPr>
        <a:xfrm>
          <a:off x="5896497"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059628-8BC7-4753-BC34-C14A9902F81E}">
      <dsp:nvSpPr>
        <dsp:cNvPr id="0" name=""/>
        <dsp:cNvSpPr/>
      </dsp:nvSpPr>
      <dsp:spPr>
        <a:xfrm>
          <a:off x="6012088"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Legislative compliance check result</a:t>
          </a:r>
        </a:p>
      </dsp:txBody>
      <dsp:txXfrm>
        <a:off x="6029016" y="1569322"/>
        <a:ext cx="890868" cy="544097"/>
      </dsp:txXfrm>
    </dsp:sp>
    <dsp:sp modelId="{C1B74DBF-07AD-4075-9475-BBFD6B4D2C85}">
      <dsp:nvSpPr>
        <dsp:cNvPr id="0" name=""/>
        <dsp:cNvSpPr/>
      </dsp:nvSpPr>
      <dsp:spPr>
        <a:xfrm>
          <a:off x="5896497"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CE1C37-BF6A-4FD5-BB00-FB346726303A}">
      <dsp:nvSpPr>
        <dsp:cNvPr id="0" name=""/>
        <dsp:cNvSpPr/>
      </dsp:nvSpPr>
      <dsp:spPr>
        <a:xfrm>
          <a:off x="6012088"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Approve or Return with comments</a:t>
          </a:r>
        </a:p>
      </dsp:txBody>
      <dsp:txXfrm>
        <a:off x="6029016" y="2291763"/>
        <a:ext cx="890868" cy="544097"/>
      </dsp:txXfrm>
    </dsp:sp>
    <dsp:sp modelId="{897B28A2-05AF-411C-A4F8-14CB111ED3DC}">
      <dsp:nvSpPr>
        <dsp:cNvPr id="0" name=""/>
        <dsp:cNvSpPr/>
      </dsp:nvSpPr>
      <dsp:spPr>
        <a:xfrm>
          <a:off x="5896497"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FCF9F1-C2AC-4860-A8EC-104824BA6515}">
      <dsp:nvSpPr>
        <dsp:cNvPr id="0" name=""/>
        <dsp:cNvSpPr/>
      </dsp:nvSpPr>
      <dsp:spPr>
        <a:xfrm>
          <a:off x="6012088" y="2997277"/>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Email notification sent to Land Surveyor</a:t>
          </a:r>
        </a:p>
      </dsp:txBody>
      <dsp:txXfrm>
        <a:off x="6029016" y="3014205"/>
        <a:ext cx="890868" cy="544097"/>
      </dsp:txXfrm>
    </dsp:sp>
    <dsp:sp modelId="{6D199B55-1456-445D-BF2B-7D9E2E040D9F}">
      <dsp:nvSpPr>
        <dsp:cNvPr id="0" name=""/>
        <dsp:cNvSpPr/>
      </dsp:nvSpPr>
      <dsp:spPr>
        <a:xfrm>
          <a:off x="7225790" y="107511"/>
          <a:ext cx="1155906" cy="57795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Data Capture</a:t>
          </a:r>
        </a:p>
      </dsp:txBody>
      <dsp:txXfrm>
        <a:off x="7242718" y="124439"/>
        <a:ext cx="1122050" cy="544097"/>
      </dsp:txXfrm>
    </dsp:sp>
    <dsp:sp modelId="{48B66715-CA22-4D02-8EF4-6E3B12F0A406}">
      <dsp:nvSpPr>
        <dsp:cNvPr id="0" name=""/>
        <dsp:cNvSpPr/>
      </dsp:nvSpPr>
      <dsp:spPr>
        <a:xfrm>
          <a:off x="7341380"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11FADB-B350-4858-9442-206B25C1B866}">
      <dsp:nvSpPr>
        <dsp:cNvPr id="0" name=""/>
        <dsp:cNvSpPr/>
      </dsp:nvSpPr>
      <dsp:spPr>
        <a:xfrm>
          <a:off x="7456971" y="829953"/>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Sectional Plan</a:t>
          </a:r>
        </a:p>
      </dsp:txBody>
      <dsp:txXfrm>
        <a:off x="7473899" y="846881"/>
        <a:ext cx="890868" cy="544097"/>
      </dsp:txXfrm>
    </dsp:sp>
    <dsp:sp modelId="{B2A929E1-FA05-466B-B434-027E869B6FD2}">
      <dsp:nvSpPr>
        <dsp:cNvPr id="0" name=""/>
        <dsp:cNvSpPr/>
      </dsp:nvSpPr>
      <dsp:spPr>
        <a:xfrm>
          <a:off x="7341380"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A2AA9C-386C-4738-8AC0-55D33FC64CC7}">
      <dsp:nvSpPr>
        <dsp:cNvPr id="0" name=""/>
        <dsp:cNvSpPr/>
      </dsp:nvSpPr>
      <dsp:spPr>
        <a:xfrm>
          <a:off x="7456971"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Header Information</a:t>
          </a:r>
        </a:p>
      </dsp:txBody>
      <dsp:txXfrm>
        <a:off x="7473899" y="1569322"/>
        <a:ext cx="890868" cy="544097"/>
      </dsp:txXfrm>
    </dsp:sp>
    <dsp:sp modelId="{2D1364E5-FF7B-472C-B293-F0753108FFE1}">
      <dsp:nvSpPr>
        <dsp:cNvPr id="0" name=""/>
        <dsp:cNvSpPr/>
      </dsp:nvSpPr>
      <dsp:spPr>
        <a:xfrm>
          <a:off x="7341380"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0539DD-06F8-4623-8D08-C96B02107D12}">
      <dsp:nvSpPr>
        <dsp:cNvPr id="0" name=""/>
        <dsp:cNvSpPr/>
      </dsp:nvSpPr>
      <dsp:spPr>
        <a:xfrm>
          <a:off x="7456971"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Numeric Data</a:t>
          </a:r>
        </a:p>
      </dsp:txBody>
      <dsp:txXfrm>
        <a:off x="7473899" y="2291763"/>
        <a:ext cx="890868" cy="544097"/>
      </dsp:txXfrm>
    </dsp:sp>
    <dsp:sp modelId="{1CA210DB-A959-49D3-ACC7-CAA10BE728F8}">
      <dsp:nvSpPr>
        <dsp:cNvPr id="0" name=""/>
        <dsp:cNvSpPr/>
      </dsp:nvSpPr>
      <dsp:spPr>
        <a:xfrm>
          <a:off x="7341380"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0BA206-7D13-414B-AAF5-3959F09435F8}">
      <dsp:nvSpPr>
        <dsp:cNvPr id="0" name=""/>
        <dsp:cNvSpPr/>
      </dsp:nvSpPr>
      <dsp:spPr>
        <a:xfrm>
          <a:off x="7456971" y="2997277"/>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Produce Consistency Check report</a:t>
          </a:r>
        </a:p>
      </dsp:txBody>
      <dsp:txXfrm>
        <a:off x="7473899" y="3014205"/>
        <a:ext cx="890868" cy="544097"/>
      </dsp:txXfrm>
    </dsp:sp>
    <dsp:sp modelId="{54E6591B-A9E8-4C5E-87E2-1C5426D035A6}">
      <dsp:nvSpPr>
        <dsp:cNvPr id="0" name=""/>
        <dsp:cNvSpPr/>
      </dsp:nvSpPr>
      <dsp:spPr>
        <a:xfrm>
          <a:off x="7341380" y="685464"/>
          <a:ext cx="115590" cy="3323230"/>
        </a:xfrm>
        <a:custGeom>
          <a:avLst/>
          <a:gdLst/>
          <a:ahLst/>
          <a:cxnLst/>
          <a:rect l="0" t="0" r="0" b="0"/>
          <a:pathLst>
            <a:path>
              <a:moveTo>
                <a:pt x="0" y="0"/>
              </a:moveTo>
              <a:lnTo>
                <a:pt x="0" y="3323230"/>
              </a:lnTo>
              <a:lnTo>
                <a:pt x="115590" y="332323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CC3207-4019-4EAC-9C92-3C5E3784510B}">
      <dsp:nvSpPr>
        <dsp:cNvPr id="0" name=""/>
        <dsp:cNvSpPr/>
      </dsp:nvSpPr>
      <dsp:spPr>
        <a:xfrm>
          <a:off x="7456971" y="3719718"/>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a:t>Capture Boundary Data in Spatial &amp; Alpha Numeric</a:t>
          </a:r>
          <a:endParaRPr lang="en-US" sz="800" kern="1200" dirty="0"/>
        </a:p>
      </dsp:txBody>
      <dsp:txXfrm>
        <a:off x="7473899" y="3736646"/>
        <a:ext cx="890868" cy="544097"/>
      </dsp:txXfrm>
    </dsp:sp>
    <dsp:sp modelId="{0D43CCA4-5474-464C-99C9-12C0FE229990}">
      <dsp:nvSpPr>
        <dsp:cNvPr id="0" name=""/>
        <dsp:cNvSpPr/>
      </dsp:nvSpPr>
      <dsp:spPr>
        <a:xfrm>
          <a:off x="8670672" y="107511"/>
          <a:ext cx="1155906" cy="577953"/>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Maintenance</a:t>
          </a:r>
        </a:p>
      </dsp:txBody>
      <dsp:txXfrm>
        <a:off x="8687600" y="124439"/>
        <a:ext cx="1122050" cy="544097"/>
      </dsp:txXfrm>
    </dsp:sp>
    <dsp:sp modelId="{3F21028E-42F8-444A-A033-BDC9FBAAE140}">
      <dsp:nvSpPr>
        <dsp:cNvPr id="0" name=""/>
        <dsp:cNvSpPr/>
      </dsp:nvSpPr>
      <dsp:spPr>
        <a:xfrm>
          <a:off x="8786263"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F8E771-01AA-43B3-A56E-2803B1A28791}">
      <dsp:nvSpPr>
        <dsp:cNvPr id="0" name=""/>
        <dsp:cNvSpPr/>
      </dsp:nvSpPr>
      <dsp:spPr>
        <a:xfrm>
          <a:off x="8901854" y="829953"/>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Scanning</a:t>
          </a:r>
        </a:p>
      </dsp:txBody>
      <dsp:txXfrm>
        <a:off x="8918782" y="846881"/>
        <a:ext cx="890868" cy="544097"/>
      </dsp:txXfrm>
    </dsp:sp>
    <dsp:sp modelId="{F045E2D1-C930-4657-AFBD-B54B05310B75}">
      <dsp:nvSpPr>
        <dsp:cNvPr id="0" name=""/>
        <dsp:cNvSpPr/>
      </dsp:nvSpPr>
      <dsp:spPr>
        <a:xfrm>
          <a:off x="8786263"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07B35C-ACB2-454D-8F51-CD06B3C45C9A}">
      <dsp:nvSpPr>
        <dsp:cNvPr id="0" name=""/>
        <dsp:cNvSpPr/>
      </dsp:nvSpPr>
      <dsp:spPr>
        <a:xfrm>
          <a:off x="8901854"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Perform data Updates/ Amendments</a:t>
          </a:r>
        </a:p>
      </dsp:txBody>
      <dsp:txXfrm>
        <a:off x="8918782" y="1569322"/>
        <a:ext cx="890868" cy="544097"/>
      </dsp:txXfrm>
    </dsp:sp>
    <dsp:sp modelId="{5CD83093-7D64-4A9E-8198-2816C5CA3BBA}">
      <dsp:nvSpPr>
        <dsp:cNvPr id="0" name=""/>
        <dsp:cNvSpPr/>
      </dsp:nvSpPr>
      <dsp:spPr>
        <a:xfrm>
          <a:off x="8786263"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31D10-B255-4104-A053-BC0527946D93}">
      <dsp:nvSpPr>
        <dsp:cNvPr id="0" name=""/>
        <dsp:cNvSpPr/>
      </dsp:nvSpPr>
      <dsp:spPr>
        <a:xfrm>
          <a:off x="8901854"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Perform Endorsements</a:t>
          </a:r>
        </a:p>
      </dsp:txBody>
      <dsp:txXfrm>
        <a:off x="8918782" y="2291763"/>
        <a:ext cx="890868" cy="544097"/>
      </dsp:txXfrm>
    </dsp:sp>
    <dsp:sp modelId="{4F7953B1-8E45-4EF5-808F-FA112CC2B6E1}">
      <dsp:nvSpPr>
        <dsp:cNvPr id="0" name=""/>
        <dsp:cNvSpPr/>
      </dsp:nvSpPr>
      <dsp:spPr>
        <a:xfrm>
          <a:off x="8786263"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431A66-AE2A-49E9-99F4-256A54F54DF1}">
      <dsp:nvSpPr>
        <dsp:cNvPr id="0" name=""/>
        <dsp:cNvSpPr/>
      </dsp:nvSpPr>
      <dsp:spPr>
        <a:xfrm>
          <a:off x="8901854" y="2997277"/>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Post Approval Process</a:t>
          </a:r>
        </a:p>
      </dsp:txBody>
      <dsp:txXfrm>
        <a:off x="8918782" y="3014205"/>
        <a:ext cx="890868" cy="544097"/>
      </dsp:txXfrm>
    </dsp:sp>
    <dsp:sp modelId="{D91A679B-94E6-49C1-86AF-496686951136}">
      <dsp:nvSpPr>
        <dsp:cNvPr id="0" name=""/>
        <dsp:cNvSpPr/>
      </dsp:nvSpPr>
      <dsp:spPr>
        <a:xfrm>
          <a:off x="8786263" y="685464"/>
          <a:ext cx="115590" cy="3323230"/>
        </a:xfrm>
        <a:custGeom>
          <a:avLst/>
          <a:gdLst/>
          <a:ahLst/>
          <a:cxnLst/>
          <a:rect l="0" t="0" r="0" b="0"/>
          <a:pathLst>
            <a:path>
              <a:moveTo>
                <a:pt x="0" y="0"/>
              </a:moveTo>
              <a:lnTo>
                <a:pt x="0" y="3323230"/>
              </a:lnTo>
              <a:lnTo>
                <a:pt x="115590" y="332323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A8D02B-5059-4B0F-BB36-C45E40BCE7D8}">
      <dsp:nvSpPr>
        <dsp:cNvPr id="0" name=""/>
        <dsp:cNvSpPr/>
      </dsp:nvSpPr>
      <dsp:spPr>
        <a:xfrm>
          <a:off x="8901854" y="3719718"/>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Noting</a:t>
          </a:r>
        </a:p>
      </dsp:txBody>
      <dsp:txXfrm>
        <a:off x="8918782" y="3736646"/>
        <a:ext cx="890868" cy="544097"/>
      </dsp:txXfrm>
    </dsp:sp>
    <dsp:sp modelId="{01BDE3AF-7868-452A-BBEA-77E57C4DC04A}">
      <dsp:nvSpPr>
        <dsp:cNvPr id="0" name=""/>
        <dsp:cNvSpPr/>
      </dsp:nvSpPr>
      <dsp:spPr>
        <a:xfrm>
          <a:off x="10115555" y="107511"/>
          <a:ext cx="1155906" cy="57795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Information Provision</a:t>
          </a:r>
        </a:p>
      </dsp:txBody>
      <dsp:txXfrm>
        <a:off x="10132483" y="124439"/>
        <a:ext cx="1122050" cy="544097"/>
      </dsp:txXfrm>
    </dsp:sp>
    <dsp:sp modelId="{E79C782E-9187-4BE1-907A-4380F9B0AB4F}">
      <dsp:nvSpPr>
        <dsp:cNvPr id="0" name=""/>
        <dsp:cNvSpPr/>
      </dsp:nvSpPr>
      <dsp:spPr>
        <a:xfrm>
          <a:off x="10231146"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3E81F4-397C-4D9F-8FB7-C0D775022EF5}">
      <dsp:nvSpPr>
        <dsp:cNvPr id="0" name=""/>
        <dsp:cNvSpPr/>
      </dsp:nvSpPr>
      <dsp:spPr>
        <a:xfrm>
          <a:off x="10346736" y="829953"/>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Request Information  issued</a:t>
          </a:r>
        </a:p>
      </dsp:txBody>
      <dsp:txXfrm>
        <a:off x="10363664" y="846881"/>
        <a:ext cx="890868" cy="544097"/>
      </dsp:txXfrm>
    </dsp:sp>
    <dsp:sp modelId="{9964D718-496B-4D70-B52A-8A2D1AA2C910}">
      <dsp:nvSpPr>
        <dsp:cNvPr id="0" name=""/>
        <dsp:cNvSpPr/>
      </dsp:nvSpPr>
      <dsp:spPr>
        <a:xfrm>
          <a:off x="10231146"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A635A6-EACD-4B93-AEED-069FDB139CF7}">
      <dsp:nvSpPr>
        <dsp:cNvPr id="0" name=""/>
        <dsp:cNvSpPr/>
      </dsp:nvSpPr>
      <dsp:spPr>
        <a:xfrm>
          <a:off x="10346736"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Invoice Issued</a:t>
          </a:r>
        </a:p>
      </dsp:txBody>
      <dsp:txXfrm>
        <a:off x="10363664" y="1569322"/>
        <a:ext cx="890868" cy="544097"/>
      </dsp:txXfrm>
    </dsp:sp>
    <dsp:sp modelId="{A21A5485-B6D9-4B3E-AADE-1F831D9CEB68}">
      <dsp:nvSpPr>
        <dsp:cNvPr id="0" name=""/>
        <dsp:cNvSpPr/>
      </dsp:nvSpPr>
      <dsp:spPr>
        <a:xfrm>
          <a:off x="10231146"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92169C-FAA0-487A-B83A-CEC4CC3CFCDE}">
      <dsp:nvSpPr>
        <dsp:cNvPr id="0" name=""/>
        <dsp:cNvSpPr/>
      </dsp:nvSpPr>
      <dsp:spPr>
        <a:xfrm>
          <a:off x="10346736"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Queried Information rendered </a:t>
          </a:r>
        </a:p>
      </dsp:txBody>
      <dsp:txXfrm>
        <a:off x="10363664" y="2291763"/>
        <a:ext cx="890868" cy="544097"/>
      </dsp:txXfrm>
    </dsp:sp>
    <dsp:sp modelId="{04F38966-5FF4-4185-9444-4EAF68F1AB42}">
      <dsp:nvSpPr>
        <dsp:cNvPr id="0" name=""/>
        <dsp:cNvSpPr/>
      </dsp:nvSpPr>
      <dsp:spPr>
        <a:xfrm>
          <a:off x="10231146"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80209A-B748-4FF3-AACA-2822DCB2EFEB}">
      <dsp:nvSpPr>
        <dsp:cNvPr id="0" name=""/>
        <dsp:cNvSpPr/>
      </dsp:nvSpPr>
      <dsp:spPr>
        <a:xfrm>
          <a:off x="10346736" y="2997277"/>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Client Information</a:t>
          </a:r>
        </a:p>
      </dsp:txBody>
      <dsp:txXfrm>
        <a:off x="10363664" y="3014205"/>
        <a:ext cx="890868" cy="5440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F679B5-2EE3-4EF1-8E6E-A2CD7392E3C6}">
      <dsp:nvSpPr>
        <dsp:cNvPr id="0" name=""/>
        <dsp:cNvSpPr/>
      </dsp:nvSpPr>
      <dsp:spPr>
        <a:xfrm>
          <a:off x="1376" y="107511"/>
          <a:ext cx="1155906" cy="57795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Management</a:t>
          </a:r>
        </a:p>
      </dsp:txBody>
      <dsp:txXfrm>
        <a:off x="18304" y="124439"/>
        <a:ext cx="1122050" cy="544097"/>
      </dsp:txXfrm>
    </dsp:sp>
    <dsp:sp modelId="{2939572B-5D56-422A-9B28-34C1A75D338A}">
      <dsp:nvSpPr>
        <dsp:cNvPr id="0" name=""/>
        <dsp:cNvSpPr/>
      </dsp:nvSpPr>
      <dsp:spPr>
        <a:xfrm>
          <a:off x="116966"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ABC8A1-F321-4D53-883A-EDA55482A944}">
      <dsp:nvSpPr>
        <dsp:cNvPr id="0" name=""/>
        <dsp:cNvSpPr/>
      </dsp:nvSpPr>
      <dsp:spPr>
        <a:xfrm>
          <a:off x="232557" y="829953"/>
          <a:ext cx="924724" cy="577953"/>
        </a:xfrm>
        <a:prstGeom prst="roundRect">
          <a:avLst>
            <a:gd name="adj" fmla="val 10000"/>
          </a:avLst>
        </a:prstGeom>
        <a:solidFill>
          <a:srgbClr val="FFFF99"/>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Management and User Productivity Report</a:t>
          </a:r>
        </a:p>
      </dsp:txBody>
      <dsp:txXfrm>
        <a:off x="249485" y="846881"/>
        <a:ext cx="890868" cy="544097"/>
      </dsp:txXfrm>
    </dsp:sp>
    <dsp:sp modelId="{B86C1B73-7C48-420F-80AC-E88A34EC3885}">
      <dsp:nvSpPr>
        <dsp:cNvPr id="0" name=""/>
        <dsp:cNvSpPr/>
      </dsp:nvSpPr>
      <dsp:spPr>
        <a:xfrm>
          <a:off x="1446258" y="107511"/>
          <a:ext cx="1155906" cy="577953"/>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Registry</a:t>
          </a:r>
        </a:p>
      </dsp:txBody>
      <dsp:txXfrm>
        <a:off x="1463186" y="124439"/>
        <a:ext cx="1122050" cy="544097"/>
      </dsp:txXfrm>
    </dsp:sp>
    <dsp:sp modelId="{93254664-546A-4C5C-B2D0-2B5ADAEE8171}">
      <dsp:nvSpPr>
        <dsp:cNvPr id="0" name=""/>
        <dsp:cNvSpPr/>
      </dsp:nvSpPr>
      <dsp:spPr>
        <a:xfrm>
          <a:off x="1561849"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97BEC8-AD63-4703-88C2-36C0C0C2362B}">
      <dsp:nvSpPr>
        <dsp:cNvPr id="0" name=""/>
        <dsp:cNvSpPr/>
      </dsp:nvSpPr>
      <dsp:spPr>
        <a:xfrm>
          <a:off x="1677440" y="829953"/>
          <a:ext cx="924724" cy="577953"/>
        </a:xfrm>
        <a:prstGeom prst="roundRect">
          <a:avLst>
            <a:gd name="adj" fmla="val 10000"/>
          </a:avLst>
        </a:prstGeom>
        <a:solidFill>
          <a:srgbClr val="FFFF99"/>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Lodgment</a:t>
          </a:r>
        </a:p>
      </dsp:txBody>
      <dsp:txXfrm>
        <a:off x="1694368" y="846881"/>
        <a:ext cx="890868" cy="544097"/>
      </dsp:txXfrm>
    </dsp:sp>
    <dsp:sp modelId="{47C53E85-C439-46BA-B6F0-31F67D74A7CF}">
      <dsp:nvSpPr>
        <dsp:cNvPr id="0" name=""/>
        <dsp:cNvSpPr/>
      </dsp:nvSpPr>
      <dsp:spPr>
        <a:xfrm>
          <a:off x="1561849"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BD1128-6C1C-4ABA-B3A4-6D8AC1174B15}">
      <dsp:nvSpPr>
        <dsp:cNvPr id="0" name=""/>
        <dsp:cNvSpPr/>
      </dsp:nvSpPr>
      <dsp:spPr>
        <a:xfrm>
          <a:off x="1677440"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Payment</a:t>
          </a:r>
        </a:p>
      </dsp:txBody>
      <dsp:txXfrm>
        <a:off x="1694368" y="1569322"/>
        <a:ext cx="890868" cy="544097"/>
      </dsp:txXfrm>
    </dsp:sp>
    <dsp:sp modelId="{CEF962F3-12D6-43E8-B259-48590E6F4485}">
      <dsp:nvSpPr>
        <dsp:cNvPr id="0" name=""/>
        <dsp:cNvSpPr/>
      </dsp:nvSpPr>
      <dsp:spPr>
        <a:xfrm>
          <a:off x="1561849"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4023EE-03C6-4F9E-843B-B1399C6676D0}">
      <dsp:nvSpPr>
        <dsp:cNvPr id="0" name=""/>
        <dsp:cNvSpPr/>
      </dsp:nvSpPr>
      <dsp:spPr>
        <a:xfrm>
          <a:off x="1677440"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Send Notifications on Lodgment  </a:t>
          </a:r>
        </a:p>
      </dsp:txBody>
      <dsp:txXfrm>
        <a:off x="1694368" y="2291763"/>
        <a:ext cx="890868" cy="544097"/>
      </dsp:txXfrm>
    </dsp:sp>
    <dsp:sp modelId="{DECD3334-1515-4B8D-9897-D2EA646E2B03}">
      <dsp:nvSpPr>
        <dsp:cNvPr id="0" name=""/>
        <dsp:cNvSpPr/>
      </dsp:nvSpPr>
      <dsp:spPr>
        <a:xfrm>
          <a:off x="1561849"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3C1C0E-AC50-4C9B-9AC1-307B780D2C44}">
      <dsp:nvSpPr>
        <dsp:cNvPr id="0" name=""/>
        <dsp:cNvSpPr/>
      </dsp:nvSpPr>
      <dsp:spPr>
        <a:xfrm>
          <a:off x="1677440" y="2997277"/>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Post Approval process</a:t>
          </a:r>
        </a:p>
      </dsp:txBody>
      <dsp:txXfrm>
        <a:off x="1694368" y="3014205"/>
        <a:ext cx="890868" cy="544097"/>
      </dsp:txXfrm>
    </dsp:sp>
    <dsp:sp modelId="{4F056781-6671-42B7-BA88-25502755FFBD}">
      <dsp:nvSpPr>
        <dsp:cNvPr id="0" name=""/>
        <dsp:cNvSpPr/>
      </dsp:nvSpPr>
      <dsp:spPr>
        <a:xfrm>
          <a:off x="1561849" y="685464"/>
          <a:ext cx="115590" cy="3323230"/>
        </a:xfrm>
        <a:custGeom>
          <a:avLst/>
          <a:gdLst/>
          <a:ahLst/>
          <a:cxnLst/>
          <a:rect l="0" t="0" r="0" b="0"/>
          <a:pathLst>
            <a:path>
              <a:moveTo>
                <a:pt x="0" y="0"/>
              </a:moveTo>
              <a:lnTo>
                <a:pt x="0" y="3323230"/>
              </a:lnTo>
              <a:lnTo>
                <a:pt x="115590" y="332323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C8F6D0-2A70-4064-BF87-FF3146A4E679}">
      <dsp:nvSpPr>
        <dsp:cNvPr id="0" name=""/>
        <dsp:cNvSpPr/>
      </dsp:nvSpPr>
      <dsp:spPr>
        <a:xfrm>
          <a:off x="1677440" y="3719718"/>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Dispatch</a:t>
          </a:r>
        </a:p>
      </dsp:txBody>
      <dsp:txXfrm>
        <a:off x="1694368" y="3736646"/>
        <a:ext cx="890868" cy="544097"/>
      </dsp:txXfrm>
    </dsp:sp>
    <dsp:sp modelId="{11AFE92B-579C-421A-B66B-B84B3A21803A}">
      <dsp:nvSpPr>
        <dsp:cNvPr id="0" name=""/>
        <dsp:cNvSpPr/>
      </dsp:nvSpPr>
      <dsp:spPr>
        <a:xfrm>
          <a:off x="1561849" y="685464"/>
          <a:ext cx="115590" cy="4045671"/>
        </a:xfrm>
        <a:custGeom>
          <a:avLst/>
          <a:gdLst/>
          <a:ahLst/>
          <a:cxnLst/>
          <a:rect l="0" t="0" r="0" b="0"/>
          <a:pathLst>
            <a:path>
              <a:moveTo>
                <a:pt x="0" y="0"/>
              </a:moveTo>
              <a:lnTo>
                <a:pt x="0" y="4045671"/>
              </a:lnTo>
              <a:lnTo>
                <a:pt x="115590" y="404567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0DB56E-1FD8-42ED-BAA4-DD9D496C9DF1}">
      <dsp:nvSpPr>
        <dsp:cNvPr id="0" name=""/>
        <dsp:cNvSpPr/>
      </dsp:nvSpPr>
      <dsp:spPr>
        <a:xfrm>
          <a:off x="1677440" y="4442160"/>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Dockets produced</a:t>
          </a:r>
        </a:p>
      </dsp:txBody>
      <dsp:txXfrm>
        <a:off x="1694368" y="4459088"/>
        <a:ext cx="890868" cy="544097"/>
      </dsp:txXfrm>
    </dsp:sp>
    <dsp:sp modelId="{260F4F0E-FEDF-4E58-9EBB-389EC6276032}">
      <dsp:nvSpPr>
        <dsp:cNvPr id="0" name=""/>
        <dsp:cNvSpPr/>
      </dsp:nvSpPr>
      <dsp:spPr>
        <a:xfrm>
          <a:off x="2891141" y="107511"/>
          <a:ext cx="1155906" cy="57795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Numbering</a:t>
          </a:r>
        </a:p>
      </dsp:txBody>
      <dsp:txXfrm>
        <a:off x="2908069" y="124439"/>
        <a:ext cx="1122050" cy="544097"/>
      </dsp:txXfrm>
    </dsp:sp>
    <dsp:sp modelId="{A6936042-63BC-4768-85BF-D19549B5D02B}">
      <dsp:nvSpPr>
        <dsp:cNvPr id="0" name=""/>
        <dsp:cNvSpPr/>
      </dsp:nvSpPr>
      <dsp:spPr>
        <a:xfrm>
          <a:off x="3006732"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7061C-2717-4546-B531-B60175AE71EC}">
      <dsp:nvSpPr>
        <dsp:cNvPr id="0" name=""/>
        <dsp:cNvSpPr/>
      </dsp:nvSpPr>
      <dsp:spPr>
        <a:xfrm>
          <a:off x="3122322" y="829953"/>
          <a:ext cx="924724" cy="577953"/>
        </a:xfrm>
        <a:prstGeom prst="roundRect">
          <a:avLst>
            <a:gd name="adj" fmla="val 10000"/>
          </a:avLst>
        </a:prstGeom>
        <a:solidFill>
          <a:srgbClr val="FFFF9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Reserve Parcel</a:t>
          </a:r>
        </a:p>
      </dsp:txBody>
      <dsp:txXfrm>
        <a:off x="3139250" y="846881"/>
        <a:ext cx="890868" cy="544097"/>
      </dsp:txXfrm>
    </dsp:sp>
    <dsp:sp modelId="{66317A17-1B85-401D-A1D2-30743D2E2BBA}">
      <dsp:nvSpPr>
        <dsp:cNvPr id="0" name=""/>
        <dsp:cNvSpPr/>
      </dsp:nvSpPr>
      <dsp:spPr>
        <a:xfrm>
          <a:off x="3006732"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9809D9-B50A-4D50-91CD-522CDA52FE02}">
      <dsp:nvSpPr>
        <dsp:cNvPr id="0" name=""/>
        <dsp:cNvSpPr/>
      </dsp:nvSpPr>
      <dsp:spPr>
        <a:xfrm>
          <a:off x="3122322" y="1552394"/>
          <a:ext cx="924724" cy="577953"/>
        </a:xfrm>
        <a:prstGeom prst="roundRect">
          <a:avLst>
            <a:gd name="adj" fmla="val 10000"/>
          </a:avLst>
        </a:prstGeom>
        <a:solidFill>
          <a:srgbClr val="FFFF99"/>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Numbering</a:t>
          </a:r>
        </a:p>
      </dsp:txBody>
      <dsp:txXfrm>
        <a:off x="3139250" y="1569322"/>
        <a:ext cx="890868" cy="544097"/>
      </dsp:txXfrm>
    </dsp:sp>
    <dsp:sp modelId="{83B786A0-3A58-4E96-9005-843DAE2880EA}">
      <dsp:nvSpPr>
        <dsp:cNvPr id="0" name=""/>
        <dsp:cNvSpPr/>
      </dsp:nvSpPr>
      <dsp:spPr>
        <a:xfrm>
          <a:off x="4336024" y="107511"/>
          <a:ext cx="1155906" cy="577953"/>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First Level Examination</a:t>
          </a:r>
        </a:p>
      </dsp:txBody>
      <dsp:txXfrm>
        <a:off x="4352952" y="124439"/>
        <a:ext cx="1122050" cy="544097"/>
      </dsp:txXfrm>
    </dsp:sp>
    <dsp:sp modelId="{410BD888-3EA2-4CB5-BD45-2E427B867C58}">
      <dsp:nvSpPr>
        <dsp:cNvPr id="0" name=""/>
        <dsp:cNvSpPr/>
      </dsp:nvSpPr>
      <dsp:spPr>
        <a:xfrm>
          <a:off x="4451615"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A1D505-2DF7-43DC-BE14-7F6E9D72D8E3}">
      <dsp:nvSpPr>
        <dsp:cNvPr id="0" name=""/>
        <dsp:cNvSpPr/>
      </dsp:nvSpPr>
      <dsp:spPr>
        <a:xfrm>
          <a:off x="4567205" y="829953"/>
          <a:ext cx="924724" cy="577953"/>
        </a:xfrm>
        <a:prstGeom prst="roundRect">
          <a:avLst>
            <a:gd name="adj" fmla="val 10000"/>
          </a:avLst>
        </a:prstGeom>
        <a:solidFill>
          <a:srgbClr val="FFFF99"/>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ZA" sz="800" kern="1200" dirty="0"/>
            <a:t>Capture examination check results onto DB</a:t>
          </a:r>
          <a:endParaRPr lang="en-US" sz="800" kern="1200" dirty="0"/>
        </a:p>
      </dsp:txBody>
      <dsp:txXfrm>
        <a:off x="4584133" y="846881"/>
        <a:ext cx="890868" cy="544097"/>
      </dsp:txXfrm>
    </dsp:sp>
    <dsp:sp modelId="{729382CD-8B46-4434-BC3F-FFFC26E886B7}">
      <dsp:nvSpPr>
        <dsp:cNvPr id="0" name=""/>
        <dsp:cNvSpPr/>
      </dsp:nvSpPr>
      <dsp:spPr>
        <a:xfrm>
          <a:off x="4451615"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C2D977-BB05-4550-984C-015B50ED4F32}">
      <dsp:nvSpPr>
        <dsp:cNvPr id="0" name=""/>
        <dsp:cNvSpPr/>
      </dsp:nvSpPr>
      <dsp:spPr>
        <a:xfrm>
          <a:off x="4567205" y="1552394"/>
          <a:ext cx="924724" cy="577953"/>
        </a:xfrm>
        <a:prstGeom prst="roundRect">
          <a:avLst>
            <a:gd name="adj" fmla="val 10000"/>
          </a:avLst>
        </a:prstGeom>
        <a:solidFill>
          <a:srgbClr val="FFFF99"/>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Queried Information rendered</a:t>
          </a:r>
        </a:p>
      </dsp:txBody>
      <dsp:txXfrm>
        <a:off x="4584133" y="1569322"/>
        <a:ext cx="890868" cy="544097"/>
      </dsp:txXfrm>
    </dsp:sp>
    <dsp:sp modelId="{344612A8-18B0-4F94-AE05-FDCAFB95AAB6}">
      <dsp:nvSpPr>
        <dsp:cNvPr id="0" name=""/>
        <dsp:cNvSpPr/>
      </dsp:nvSpPr>
      <dsp:spPr>
        <a:xfrm>
          <a:off x="4451615"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9FEFF8-6ACC-47EF-9910-F37729AC5971}">
      <dsp:nvSpPr>
        <dsp:cNvPr id="0" name=""/>
        <dsp:cNvSpPr/>
      </dsp:nvSpPr>
      <dsp:spPr>
        <a:xfrm>
          <a:off x="4567205"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Produce </a:t>
          </a:r>
          <a:r>
            <a:rPr lang="en-ZA" sz="800" kern="1200" dirty="0"/>
            <a:t>Advisory Notes/ comments</a:t>
          </a:r>
          <a:endParaRPr lang="en-US" sz="800" kern="1200" dirty="0"/>
        </a:p>
      </dsp:txBody>
      <dsp:txXfrm>
        <a:off x="4584133" y="2291763"/>
        <a:ext cx="890868" cy="544097"/>
      </dsp:txXfrm>
    </dsp:sp>
    <dsp:sp modelId="{9BEBB5E7-C704-4016-869C-953B84609848}">
      <dsp:nvSpPr>
        <dsp:cNvPr id="0" name=""/>
        <dsp:cNvSpPr/>
      </dsp:nvSpPr>
      <dsp:spPr>
        <a:xfrm>
          <a:off x="5780907" y="107511"/>
          <a:ext cx="1155906" cy="577953"/>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Second Level Examination</a:t>
          </a:r>
        </a:p>
      </dsp:txBody>
      <dsp:txXfrm>
        <a:off x="5797835" y="124439"/>
        <a:ext cx="1122050" cy="544097"/>
      </dsp:txXfrm>
    </dsp:sp>
    <dsp:sp modelId="{D7B6265F-D28D-450F-A708-3A405A2618DB}">
      <dsp:nvSpPr>
        <dsp:cNvPr id="0" name=""/>
        <dsp:cNvSpPr/>
      </dsp:nvSpPr>
      <dsp:spPr>
        <a:xfrm>
          <a:off x="5896497"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279F6E-6196-4BCC-8AE9-EAB2390FFBB4}">
      <dsp:nvSpPr>
        <dsp:cNvPr id="0" name=""/>
        <dsp:cNvSpPr/>
      </dsp:nvSpPr>
      <dsp:spPr>
        <a:xfrm>
          <a:off x="6012088" y="829953"/>
          <a:ext cx="924724" cy="577953"/>
        </a:xfrm>
        <a:prstGeom prst="roundRect">
          <a:avLst>
            <a:gd name="adj" fmla="val 10000"/>
          </a:avLst>
        </a:prstGeom>
        <a:solidFill>
          <a:srgbClr val="FFFF9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Queried information rendered</a:t>
          </a:r>
        </a:p>
      </dsp:txBody>
      <dsp:txXfrm>
        <a:off x="6029016" y="846881"/>
        <a:ext cx="890868" cy="544097"/>
      </dsp:txXfrm>
    </dsp:sp>
    <dsp:sp modelId="{7E5948D4-E30C-431D-9A8B-A2A4313F0E22}">
      <dsp:nvSpPr>
        <dsp:cNvPr id="0" name=""/>
        <dsp:cNvSpPr/>
      </dsp:nvSpPr>
      <dsp:spPr>
        <a:xfrm>
          <a:off x="5896497"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059628-8BC7-4753-BC34-C14A9902F81E}">
      <dsp:nvSpPr>
        <dsp:cNvPr id="0" name=""/>
        <dsp:cNvSpPr/>
      </dsp:nvSpPr>
      <dsp:spPr>
        <a:xfrm>
          <a:off x="6012088"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Legislative compliance check result</a:t>
          </a:r>
        </a:p>
      </dsp:txBody>
      <dsp:txXfrm>
        <a:off x="6029016" y="1569322"/>
        <a:ext cx="890868" cy="544097"/>
      </dsp:txXfrm>
    </dsp:sp>
    <dsp:sp modelId="{C1B74DBF-07AD-4075-9475-BBFD6B4D2C85}">
      <dsp:nvSpPr>
        <dsp:cNvPr id="0" name=""/>
        <dsp:cNvSpPr/>
      </dsp:nvSpPr>
      <dsp:spPr>
        <a:xfrm>
          <a:off x="5896497"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CE1C37-BF6A-4FD5-BB00-FB346726303A}">
      <dsp:nvSpPr>
        <dsp:cNvPr id="0" name=""/>
        <dsp:cNvSpPr/>
      </dsp:nvSpPr>
      <dsp:spPr>
        <a:xfrm>
          <a:off x="6012088"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Approve or Return with comments</a:t>
          </a:r>
        </a:p>
      </dsp:txBody>
      <dsp:txXfrm>
        <a:off x="6029016" y="2291763"/>
        <a:ext cx="890868" cy="544097"/>
      </dsp:txXfrm>
    </dsp:sp>
    <dsp:sp modelId="{897B28A2-05AF-411C-A4F8-14CB111ED3DC}">
      <dsp:nvSpPr>
        <dsp:cNvPr id="0" name=""/>
        <dsp:cNvSpPr/>
      </dsp:nvSpPr>
      <dsp:spPr>
        <a:xfrm>
          <a:off x="5896497"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FCF9F1-C2AC-4860-A8EC-104824BA6515}">
      <dsp:nvSpPr>
        <dsp:cNvPr id="0" name=""/>
        <dsp:cNvSpPr/>
      </dsp:nvSpPr>
      <dsp:spPr>
        <a:xfrm>
          <a:off x="6012088" y="2997277"/>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Email notification sent to Land Surveyor</a:t>
          </a:r>
        </a:p>
      </dsp:txBody>
      <dsp:txXfrm>
        <a:off x="6029016" y="3014205"/>
        <a:ext cx="890868" cy="544097"/>
      </dsp:txXfrm>
    </dsp:sp>
    <dsp:sp modelId="{6D199B55-1456-445D-BF2B-7D9E2E040D9F}">
      <dsp:nvSpPr>
        <dsp:cNvPr id="0" name=""/>
        <dsp:cNvSpPr/>
      </dsp:nvSpPr>
      <dsp:spPr>
        <a:xfrm>
          <a:off x="7225790" y="107511"/>
          <a:ext cx="1155906" cy="57795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Data Capture</a:t>
          </a:r>
        </a:p>
      </dsp:txBody>
      <dsp:txXfrm>
        <a:off x="7242718" y="124439"/>
        <a:ext cx="1122050" cy="544097"/>
      </dsp:txXfrm>
    </dsp:sp>
    <dsp:sp modelId="{48B66715-CA22-4D02-8EF4-6E3B12F0A406}">
      <dsp:nvSpPr>
        <dsp:cNvPr id="0" name=""/>
        <dsp:cNvSpPr/>
      </dsp:nvSpPr>
      <dsp:spPr>
        <a:xfrm>
          <a:off x="7341380"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11FADB-B350-4858-9442-206B25C1B866}">
      <dsp:nvSpPr>
        <dsp:cNvPr id="0" name=""/>
        <dsp:cNvSpPr/>
      </dsp:nvSpPr>
      <dsp:spPr>
        <a:xfrm>
          <a:off x="7456971" y="829953"/>
          <a:ext cx="924724" cy="577953"/>
        </a:xfrm>
        <a:prstGeom prst="roundRect">
          <a:avLst>
            <a:gd name="adj" fmla="val 10000"/>
          </a:avLst>
        </a:prstGeom>
        <a:solidFill>
          <a:srgbClr val="FFFF99"/>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Sectional Plan</a:t>
          </a:r>
        </a:p>
      </dsp:txBody>
      <dsp:txXfrm>
        <a:off x="7473899" y="846881"/>
        <a:ext cx="890868" cy="544097"/>
      </dsp:txXfrm>
    </dsp:sp>
    <dsp:sp modelId="{B2A929E1-FA05-466B-B434-027E869B6FD2}">
      <dsp:nvSpPr>
        <dsp:cNvPr id="0" name=""/>
        <dsp:cNvSpPr/>
      </dsp:nvSpPr>
      <dsp:spPr>
        <a:xfrm>
          <a:off x="7341380"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A2AA9C-386C-4738-8AC0-55D33FC64CC7}">
      <dsp:nvSpPr>
        <dsp:cNvPr id="0" name=""/>
        <dsp:cNvSpPr/>
      </dsp:nvSpPr>
      <dsp:spPr>
        <a:xfrm>
          <a:off x="7456971" y="1552394"/>
          <a:ext cx="924724" cy="577953"/>
        </a:xfrm>
        <a:prstGeom prst="roundRect">
          <a:avLst>
            <a:gd name="adj" fmla="val 10000"/>
          </a:avLst>
        </a:prstGeom>
        <a:solidFill>
          <a:srgbClr val="FFFF9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Header Information</a:t>
          </a:r>
        </a:p>
      </dsp:txBody>
      <dsp:txXfrm>
        <a:off x="7473899" y="1569322"/>
        <a:ext cx="890868" cy="544097"/>
      </dsp:txXfrm>
    </dsp:sp>
    <dsp:sp modelId="{2D1364E5-FF7B-472C-B293-F0753108FFE1}">
      <dsp:nvSpPr>
        <dsp:cNvPr id="0" name=""/>
        <dsp:cNvSpPr/>
      </dsp:nvSpPr>
      <dsp:spPr>
        <a:xfrm>
          <a:off x="7341380"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0539DD-06F8-4623-8D08-C96B02107D12}">
      <dsp:nvSpPr>
        <dsp:cNvPr id="0" name=""/>
        <dsp:cNvSpPr/>
      </dsp:nvSpPr>
      <dsp:spPr>
        <a:xfrm>
          <a:off x="7456971" y="2274835"/>
          <a:ext cx="924724" cy="577953"/>
        </a:xfrm>
        <a:prstGeom prst="roundRect">
          <a:avLst>
            <a:gd name="adj" fmla="val 10000"/>
          </a:avLst>
        </a:prstGeom>
        <a:solidFill>
          <a:srgbClr val="FFFF99"/>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Numeric Data</a:t>
          </a:r>
        </a:p>
      </dsp:txBody>
      <dsp:txXfrm>
        <a:off x="7473899" y="2291763"/>
        <a:ext cx="890868" cy="544097"/>
      </dsp:txXfrm>
    </dsp:sp>
    <dsp:sp modelId="{1CA210DB-A959-49D3-ACC7-CAA10BE728F8}">
      <dsp:nvSpPr>
        <dsp:cNvPr id="0" name=""/>
        <dsp:cNvSpPr/>
      </dsp:nvSpPr>
      <dsp:spPr>
        <a:xfrm>
          <a:off x="7341380"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0BA206-7D13-414B-AAF5-3959F09435F8}">
      <dsp:nvSpPr>
        <dsp:cNvPr id="0" name=""/>
        <dsp:cNvSpPr/>
      </dsp:nvSpPr>
      <dsp:spPr>
        <a:xfrm>
          <a:off x="7456971" y="2997277"/>
          <a:ext cx="924724" cy="577953"/>
        </a:xfrm>
        <a:prstGeom prst="roundRect">
          <a:avLst>
            <a:gd name="adj" fmla="val 10000"/>
          </a:avLst>
        </a:prstGeom>
        <a:solidFill>
          <a:srgbClr val="FFFF99"/>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Produce Consistency Check report</a:t>
          </a:r>
        </a:p>
      </dsp:txBody>
      <dsp:txXfrm>
        <a:off x="7473899" y="3014205"/>
        <a:ext cx="890868" cy="544097"/>
      </dsp:txXfrm>
    </dsp:sp>
    <dsp:sp modelId="{54E6591B-A9E8-4C5E-87E2-1C5426D035A6}">
      <dsp:nvSpPr>
        <dsp:cNvPr id="0" name=""/>
        <dsp:cNvSpPr/>
      </dsp:nvSpPr>
      <dsp:spPr>
        <a:xfrm>
          <a:off x="7341380" y="685464"/>
          <a:ext cx="115590" cy="3323230"/>
        </a:xfrm>
        <a:custGeom>
          <a:avLst/>
          <a:gdLst/>
          <a:ahLst/>
          <a:cxnLst/>
          <a:rect l="0" t="0" r="0" b="0"/>
          <a:pathLst>
            <a:path>
              <a:moveTo>
                <a:pt x="0" y="0"/>
              </a:moveTo>
              <a:lnTo>
                <a:pt x="0" y="3323230"/>
              </a:lnTo>
              <a:lnTo>
                <a:pt x="115590" y="332323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CC3207-4019-4EAC-9C92-3C5E3784510B}">
      <dsp:nvSpPr>
        <dsp:cNvPr id="0" name=""/>
        <dsp:cNvSpPr/>
      </dsp:nvSpPr>
      <dsp:spPr>
        <a:xfrm>
          <a:off x="7456971" y="3719718"/>
          <a:ext cx="924724" cy="577953"/>
        </a:xfrm>
        <a:prstGeom prst="roundRect">
          <a:avLst>
            <a:gd name="adj" fmla="val 10000"/>
          </a:avLst>
        </a:prstGeom>
        <a:solidFill>
          <a:srgbClr val="FFFF99"/>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a:t>Capture Boundary Data in Spatial &amp; Alpha Numeric</a:t>
          </a:r>
          <a:endParaRPr lang="en-US" sz="800" kern="1200" dirty="0"/>
        </a:p>
      </dsp:txBody>
      <dsp:txXfrm>
        <a:off x="7473899" y="3736646"/>
        <a:ext cx="890868" cy="544097"/>
      </dsp:txXfrm>
    </dsp:sp>
    <dsp:sp modelId="{0D43CCA4-5474-464C-99C9-12C0FE229990}">
      <dsp:nvSpPr>
        <dsp:cNvPr id="0" name=""/>
        <dsp:cNvSpPr/>
      </dsp:nvSpPr>
      <dsp:spPr>
        <a:xfrm>
          <a:off x="8670672" y="107511"/>
          <a:ext cx="1155906" cy="577953"/>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Maintenance</a:t>
          </a:r>
        </a:p>
      </dsp:txBody>
      <dsp:txXfrm>
        <a:off x="8687600" y="124439"/>
        <a:ext cx="1122050" cy="544097"/>
      </dsp:txXfrm>
    </dsp:sp>
    <dsp:sp modelId="{3F21028E-42F8-444A-A033-BDC9FBAAE140}">
      <dsp:nvSpPr>
        <dsp:cNvPr id="0" name=""/>
        <dsp:cNvSpPr/>
      </dsp:nvSpPr>
      <dsp:spPr>
        <a:xfrm>
          <a:off x="8786263"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F8E771-01AA-43B3-A56E-2803B1A28791}">
      <dsp:nvSpPr>
        <dsp:cNvPr id="0" name=""/>
        <dsp:cNvSpPr/>
      </dsp:nvSpPr>
      <dsp:spPr>
        <a:xfrm>
          <a:off x="8901854" y="829953"/>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Scanning</a:t>
          </a:r>
        </a:p>
      </dsp:txBody>
      <dsp:txXfrm>
        <a:off x="8918782" y="846881"/>
        <a:ext cx="890868" cy="544097"/>
      </dsp:txXfrm>
    </dsp:sp>
    <dsp:sp modelId="{F045E2D1-C930-4657-AFBD-B54B05310B75}">
      <dsp:nvSpPr>
        <dsp:cNvPr id="0" name=""/>
        <dsp:cNvSpPr/>
      </dsp:nvSpPr>
      <dsp:spPr>
        <a:xfrm>
          <a:off x="8786263"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07B35C-ACB2-454D-8F51-CD06B3C45C9A}">
      <dsp:nvSpPr>
        <dsp:cNvPr id="0" name=""/>
        <dsp:cNvSpPr/>
      </dsp:nvSpPr>
      <dsp:spPr>
        <a:xfrm>
          <a:off x="8901854" y="1552394"/>
          <a:ext cx="924724" cy="577953"/>
        </a:xfrm>
        <a:prstGeom prst="roundRect">
          <a:avLst>
            <a:gd name="adj" fmla="val 10000"/>
          </a:avLst>
        </a:prstGeom>
        <a:solidFill>
          <a:srgbClr val="FFFF9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Perform data Updates/ Amendments</a:t>
          </a:r>
        </a:p>
      </dsp:txBody>
      <dsp:txXfrm>
        <a:off x="8918782" y="1569322"/>
        <a:ext cx="890868" cy="544097"/>
      </dsp:txXfrm>
    </dsp:sp>
    <dsp:sp modelId="{5CD83093-7D64-4A9E-8198-2816C5CA3BBA}">
      <dsp:nvSpPr>
        <dsp:cNvPr id="0" name=""/>
        <dsp:cNvSpPr/>
      </dsp:nvSpPr>
      <dsp:spPr>
        <a:xfrm>
          <a:off x="8786263"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31D10-B255-4104-A053-BC0527946D93}">
      <dsp:nvSpPr>
        <dsp:cNvPr id="0" name=""/>
        <dsp:cNvSpPr/>
      </dsp:nvSpPr>
      <dsp:spPr>
        <a:xfrm>
          <a:off x="8901854" y="2274835"/>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Perform Endorsements</a:t>
          </a:r>
        </a:p>
      </dsp:txBody>
      <dsp:txXfrm>
        <a:off x="8918782" y="2291763"/>
        <a:ext cx="890868" cy="544097"/>
      </dsp:txXfrm>
    </dsp:sp>
    <dsp:sp modelId="{4F7953B1-8E45-4EF5-808F-FA112CC2B6E1}">
      <dsp:nvSpPr>
        <dsp:cNvPr id="0" name=""/>
        <dsp:cNvSpPr/>
      </dsp:nvSpPr>
      <dsp:spPr>
        <a:xfrm>
          <a:off x="8786263"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431A66-AE2A-49E9-99F4-256A54F54DF1}">
      <dsp:nvSpPr>
        <dsp:cNvPr id="0" name=""/>
        <dsp:cNvSpPr/>
      </dsp:nvSpPr>
      <dsp:spPr>
        <a:xfrm>
          <a:off x="8901854" y="2997277"/>
          <a:ext cx="924724" cy="577953"/>
        </a:xfrm>
        <a:prstGeom prst="roundRect">
          <a:avLst>
            <a:gd name="adj" fmla="val 10000"/>
          </a:avLst>
        </a:prstGeom>
        <a:solidFill>
          <a:srgbClr val="FFFF99">
            <a:alpha val="90000"/>
          </a:srgb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Post Approval Process</a:t>
          </a:r>
        </a:p>
      </dsp:txBody>
      <dsp:txXfrm>
        <a:off x="8918782" y="3014205"/>
        <a:ext cx="890868" cy="544097"/>
      </dsp:txXfrm>
    </dsp:sp>
    <dsp:sp modelId="{D91A679B-94E6-49C1-86AF-496686951136}">
      <dsp:nvSpPr>
        <dsp:cNvPr id="0" name=""/>
        <dsp:cNvSpPr/>
      </dsp:nvSpPr>
      <dsp:spPr>
        <a:xfrm>
          <a:off x="8786263" y="685464"/>
          <a:ext cx="115590" cy="3323230"/>
        </a:xfrm>
        <a:custGeom>
          <a:avLst/>
          <a:gdLst/>
          <a:ahLst/>
          <a:cxnLst/>
          <a:rect l="0" t="0" r="0" b="0"/>
          <a:pathLst>
            <a:path>
              <a:moveTo>
                <a:pt x="0" y="0"/>
              </a:moveTo>
              <a:lnTo>
                <a:pt x="0" y="3323230"/>
              </a:lnTo>
              <a:lnTo>
                <a:pt x="115590" y="332323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A8D02B-5059-4B0F-BB36-C45E40BCE7D8}">
      <dsp:nvSpPr>
        <dsp:cNvPr id="0" name=""/>
        <dsp:cNvSpPr/>
      </dsp:nvSpPr>
      <dsp:spPr>
        <a:xfrm>
          <a:off x="8901854" y="3719718"/>
          <a:ext cx="924724" cy="577953"/>
        </a:xfrm>
        <a:prstGeom prst="roundRect">
          <a:avLst>
            <a:gd name="adj" fmla="val 10000"/>
          </a:avLst>
        </a:prstGeom>
        <a:solidFill>
          <a:srgbClr val="FFFF99"/>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Noting</a:t>
          </a:r>
        </a:p>
      </dsp:txBody>
      <dsp:txXfrm>
        <a:off x="8918782" y="3736646"/>
        <a:ext cx="890868" cy="544097"/>
      </dsp:txXfrm>
    </dsp:sp>
    <dsp:sp modelId="{01BDE3AF-7868-452A-BBEA-77E57C4DC04A}">
      <dsp:nvSpPr>
        <dsp:cNvPr id="0" name=""/>
        <dsp:cNvSpPr/>
      </dsp:nvSpPr>
      <dsp:spPr>
        <a:xfrm>
          <a:off x="10115555" y="107511"/>
          <a:ext cx="1155906" cy="57795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Information Provision</a:t>
          </a:r>
        </a:p>
      </dsp:txBody>
      <dsp:txXfrm>
        <a:off x="10132483" y="124439"/>
        <a:ext cx="1122050" cy="544097"/>
      </dsp:txXfrm>
    </dsp:sp>
    <dsp:sp modelId="{E79C782E-9187-4BE1-907A-4380F9B0AB4F}">
      <dsp:nvSpPr>
        <dsp:cNvPr id="0" name=""/>
        <dsp:cNvSpPr/>
      </dsp:nvSpPr>
      <dsp:spPr>
        <a:xfrm>
          <a:off x="10231146" y="685464"/>
          <a:ext cx="115590" cy="433464"/>
        </a:xfrm>
        <a:custGeom>
          <a:avLst/>
          <a:gdLst/>
          <a:ahLst/>
          <a:cxnLst/>
          <a:rect l="0" t="0" r="0" b="0"/>
          <a:pathLst>
            <a:path>
              <a:moveTo>
                <a:pt x="0" y="0"/>
              </a:moveTo>
              <a:lnTo>
                <a:pt x="0" y="433464"/>
              </a:lnTo>
              <a:lnTo>
                <a:pt x="115590" y="43346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3E81F4-397C-4D9F-8FB7-C0D775022EF5}">
      <dsp:nvSpPr>
        <dsp:cNvPr id="0" name=""/>
        <dsp:cNvSpPr/>
      </dsp:nvSpPr>
      <dsp:spPr>
        <a:xfrm>
          <a:off x="10346736" y="829953"/>
          <a:ext cx="924724" cy="577953"/>
        </a:xfrm>
        <a:prstGeom prst="roundRect">
          <a:avLst>
            <a:gd name="adj" fmla="val 10000"/>
          </a:avLst>
        </a:prstGeom>
        <a:solidFill>
          <a:srgbClr val="FFFF99"/>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Request Information  issued</a:t>
          </a:r>
        </a:p>
      </dsp:txBody>
      <dsp:txXfrm>
        <a:off x="10363664" y="846881"/>
        <a:ext cx="890868" cy="544097"/>
      </dsp:txXfrm>
    </dsp:sp>
    <dsp:sp modelId="{9964D718-496B-4D70-B52A-8A2D1AA2C910}">
      <dsp:nvSpPr>
        <dsp:cNvPr id="0" name=""/>
        <dsp:cNvSpPr/>
      </dsp:nvSpPr>
      <dsp:spPr>
        <a:xfrm>
          <a:off x="10231146" y="685464"/>
          <a:ext cx="115590" cy="1155906"/>
        </a:xfrm>
        <a:custGeom>
          <a:avLst/>
          <a:gdLst/>
          <a:ahLst/>
          <a:cxnLst/>
          <a:rect l="0" t="0" r="0" b="0"/>
          <a:pathLst>
            <a:path>
              <a:moveTo>
                <a:pt x="0" y="0"/>
              </a:moveTo>
              <a:lnTo>
                <a:pt x="0" y="1155906"/>
              </a:lnTo>
              <a:lnTo>
                <a:pt x="115590" y="11559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A635A6-EACD-4B93-AEED-069FDB139CF7}">
      <dsp:nvSpPr>
        <dsp:cNvPr id="0" name=""/>
        <dsp:cNvSpPr/>
      </dsp:nvSpPr>
      <dsp:spPr>
        <a:xfrm>
          <a:off x="10346736" y="1552394"/>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Invoice Issued</a:t>
          </a:r>
        </a:p>
      </dsp:txBody>
      <dsp:txXfrm>
        <a:off x="10363664" y="1569322"/>
        <a:ext cx="890868" cy="544097"/>
      </dsp:txXfrm>
    </dsp:sp>
    <dsp:sp modelId="{A21A5485-B6D9-4B3E-AADE-1F831D9CEB68}">
      <dsp:nvSpPr>
        <dsp:cNvPr id="0" name=""/>
        <dsp:cNvSpPr/>
      </dsp:nvSpPr>
      <dsp:spPr>
        <a:xfrm>
          <a:off x="10231146" y="685464"/>
          <a:ext cx="115590" cy="1878347"/>
        </a:xfrm>
        <a:custGeom>
          <a:avLst/>
          <a:gdLst/>
          <a:ahLst/>
          <a:cxnLst/>
          <a:rect l="0" t="0" r="0" b="0"/>
          <a:pathLst>
            <a:path>
              <a:moveTo>
                <a:pt x="0" y="0"/>
              </a:moveTo>
              <a:lnTo>
                <a:pt x="0" y="1878347"/>
              </a:lnTo>
              <a:lnTo>
                <a:pt x="115590" y="18783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92169C-FAA0-487A-B83A-CEC4CC3CFCDE}">
      <dsp:nvSpPr>
        <dsp:cNvPr id="0" name=""/>
        <dsp:cNvSpPr/>
      </dsp:nvSpPr>
      <dsp:spPr>
        <a:xfrm>
          <a:off x="10346736" y="2274835"/>
          <a:ext cx="924724" cy="577953"/>
        </a:xfrm>
        <a:prstGeom prst="roundRect">
          <a:avLst>
            <a:gd name="adj" fmla="val 10000"/>
          </a:avLst>
        </a:prstGeom>
        <a:solidFill>
          <a:srgbClr val="FFFF99"/>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Queried Information rendered </a:t>
          </a:r>
        </a:p>
      </dsp:txBody>
      <dsp:txXfrm>
        <a:off x="10363664" y="2291763"/>
        <a:ext cx="890868" cy="544097"/>
      </dsp:txXfrm>
    </dsp:sp>
    <dsp:sp modelId="{04F38966-5FF4-4185-9444-4EAF68F1AB42}">
      <dsp:nvSpPr>
        <dsp:cNvPr id="0" name=""/>
        <dsp:cNvSpPr/>
      </dsp:nvSpPr>
      <dsp:spPr>
        <a:xfrm>
          <a:off x="10231146" y="685464"/>
          <a:ext cx="115590" cy="2600789"/>
        </a:xfrm>
        <a:custGeom>
          <a:avLst/>
          <a:gdLst/>
          <a:ahLst/>
          <a:cxnLst/>
          <a:rect l="0" t="0" r="0" b="0"/>
          <a:pathLst>
            <a:path>
              <a:moveTo>
                <a:pt x="0" y="0"/>
              </a:moveTo>
              <a:lnTo>
                <a:pt x="0" y="2600789"/>
              </a:lnTo>
              <a:lnTo>
                <a:pt x="115590" y="260078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80209A-B748-4FF3-AACA-2822DCB2EFEB}">
      <dsp:nvSpPr>
        <dsp:cNvPr id="0" name=""/>
        <dsp:cNvSpPr/>
      </dsp:nvSpPr>
      <dsp:spPr>
        <a:xfrm>
          <a:off x="10346736" y="2997277"/>
          <a:ext cx="924724" cy="57795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t>Capture Client Information</a:t>
          </a:r>
        </a:p>
      </dsp:txBody>
      <dsp:txXfrm>
        <a:off x="10363664" y="3014205"/>
        <a:ext cx="890868" cy="5440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148BBC-866B-4708-ACFF-138728FD664F}">
      <dsp:nvSpPr>
        <dsp:cNvPr id="0" name=""/>
        <dsp:cNvSpPr/>
      </dsp:nvSpPr>
      <dsp:spPr>
        <a:xfrm>
          <a:off x="4621" y="1313818"/>
          <a:ext cx="2020453" cy="172369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ZA" sz="1800" kern="1200" dirty="0"/>
            <a:t>Request</a:t>
          </a:r>
        </a:p>
      </dsp:txBody>
      <dsp:txXfrm>
        <a:off x="55106" y="1364303"/>
        <a:ext cx="1919483" cy="1622729"/>
      </dsp:txXfrm>
    </dsp:sp>
    <dsp:sp modelId="{F8A28F7B-0830-41AF-997C-81A72B65EA62}">
      <dsp:nvSpPr>
        <dsp:cNvPr id="0" name=""/>
        <dsp:cNvSpPr/>
      </dsp:nvSpPr>
      <dsp:spPr>
        <a:xfrm>
          <a:off x="2227119" y="1925132"/>
          <a:ext cx="428336" cy="501072"/>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ZA" sz="1400" kern="1200"/>
        </a:p>
      </dsp:txBody>
      <dsp:txXfrm>
        <a:off x="2227119" y="2025346"/>
        <a:ext cx="299835" cy="300644"/>
      </dsp:txXfrm>
    </dsp:sp>
    <dsp:sp modelId="{906BC46D-5598-42B3-AE97-07905469FFE7}">
      <dsp:nvSpPr>
        <dsp:cNvPr id="0" name=""/>
        <dsp:cNvSpPr/>
      </dsp:nvSpPr>
      <dsp:spPr>
        <a:xfrm>
          <a:off x="2833255" y="1313818"/>
          <a:ext cx="2020453" cy="172369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ZA" sz="1800" kern="1200" dirty="0"/>
            <a:t>Selection and Preview</a:t>
          </a:r>
        </a:p>
      </dsp:txBody>
      <dsp:txXfrm>
        <a:off x="2883740" y="1364303"/>
        <a:ext cx="1919483" cy="1622729"/>
      </dsp:txXfrm>
    </dsp:sp>
    <dsp:sp modelId="{B7F49FEA-03E5-413E-8471-CE1D8A2B93F6}">
      <dsp:nvSpPr>
        <dsp:cNvPr id="0" name=""/>
        <dsp:cNvSpPr/>
      </dsp:nvSpPr>
      <dsp:spPr>
        <a:xfrm>
          <a:off x="5055754" y="1925132"/>
          <a:ext cx="428336" cy="501072"/>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ZA" sz="1400" kern="1200"/>
        </a:p>
      </dsp:txBody>
      <dsp:txXfrm>
        <a:off x="5055754" y="2025346"/>
        <a:ext cx="299835" cy="300644"/>
      </dsp:txXfrm>
    </dsp:sp>
    <dsp:sp modelId="{144527F3-A2C6-459A-8759-6C5E86C5EB5F}">
      <dsp:nvSpPr>
        <dsp:cNvPr id="0" name=""/>
        <dsp:cNvSpPr/>
      </dsp:nvSpPr>
      <dsp:spPr>
        <a:xfrm>
          <a:off x="5661890" y="1313818"/>
          <a:ext cx="2020453" cy="172369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ZA" sz="1800" kern="1200" dirty="0"/>
            <a:t>Process to extract</a:t>
          </a:r>
        </a:p>
      </dsp:txBody>
      <dsp:txXfrm>
        <a:off x="5712375" y="1364303"/>
        <a:ext cx="1919483" cy="1622729"/>
      </dsp:txXfrm>
    </dsp:sp>
    <dsp:sp modelId="{3AF4E1CA-47E6-4EEC-9323-100EBD2F6C81}">
      <dsp:nvSpPr>
        <dsp:cNvPr id="0" name=""/>
        <dsp:cNvSpPr/>
      </dsp:nvSpPr>
      <dsp:spPr>
        <a:xfrm>
          <a:off x="7884389" y="1925132"/>
          <a:ext cx="428336" cy="501072"/>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ZA" sz="1400" kern="1200"/>
        </a:p>
      </dsp:txBody>
      <dsp:txXfrm>
        <a:off x="7884389" y="2025346"/>
        <a:ext cx="299835" cy="300644"/>
      </dsp:txXfrm>
    </dsp:sp>
    <dsp:sp modelId="{499D5FB1-7BDE-4F5E-B043-1F39C347D2C4}">
      <dsp:nvSpPr>
        <dsp:cNvPr id="0" name=""/>
        <dsp:cNvSpPr/>
      </dsp:nvSpPr>
      <dsp:spPr>
        <a:xfrm>
          <a:off x="8490525" y="1313818"/>
          <a:ext cx="2020453" cy="172369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ZA" sz="1800" kern="1200" dirty="0"/>
            <a:t>Output</a:t>
          </a:r>
        </a:p>
        <a:p>
          <a:pPr marL="114300" lvl="1" indent="-114300" algn="l" defTabSz="622300">
            <a:lnSpc>
              <a:spcPct val="90000"/>
            </a:lnSpc>
            <a:spcBef>
              <a:spcPct val="0"/>
            </a:spcBef>
            <a:spcAft>
              <a:spcPct val="15000"/>
            </a:spcAft>
            <a:buChar char="•"/>
          </a:pPr>
          <a:r>
            <a:rPr lang="en-ZA" sz="1400" kern="1200" dirty="0"/>
            <a:t>Email with a link to download</a:t>
          </a:r>
        </a:p>
        <a:p>
          <a:pPr marL="114300" lvl="1" indent="-114300" algn="l" defTabSz="622300">
            <a:lnSpc>
              <a:spcPct val="90000"/>
            </a:lnSpc>
            <a:spcBef>
              <a:spcPct val="0"/>
            </a:spcBef>
            <a:spcAft>
              <a:spcPct val="15000"/>
            </a:spcAft>
            <a:buChar char="•"/>
          </a:pPr>
          <a:r>
            <a:rPr lang="en-ZA" sz="1400" kern="1200" dirty="0"/>
            <a:t>Direct download (size limit 30 – 50 mb)</a:t>
          </a:r>
        </a:p>
      </dsp:txBody>
      <dsp:txXfrm>
        <a:off x="8541010" y="1364303"/>
        <a:ext cx="1919483" cy="162272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5558" cy="502835"/>
          </a:xfrm>
          <a:prstGeom prst="rect">
            <a:avLst/>
          </a:prstGeom>
        </p:spPr>
        <p:txBody>
          <a:bodyPr vert="horz" lIns="92318" tIns="46159" rIns="92318" bIns="46159" rtlCol="0"/>
          <a:lstStyle>
            <a:lvl1pPr algn="l">
              <a:defRPr sz="1200"/>
            </a:lvl1pPr>
          </a:lstStyle>
          <a:p>
            <a:endParaRPr lang="en-ZA"/>
          </a:p>
        </p:txBody>
      </p:sp>
      <p:sp>
        <p:nvSpPr>
          <p:cNvPr id="3" name="Date Placeholder 2"/>
          <p:cNvSpPr>
            <a:spLocks noGrp="1"/>
          </p:cNvSpPr>
          <p:nvPr>
            <p:ph type="dt" sz="quarter" idx="1"/>
          </p:nvPr>
        </p:nvSpPr>
        <p:spPr>
          <a:xfrm>
            <a:off x="3902598" y="0"/>
            <a:ext cx="2985558" cy="502835"/>
          </a:xfrm>
          <a:prstGeom prst="rect">
            <a:avLst/>
          </a:prstGeom>
        </p:spPr>
        <p:txBody>
          <a:bodyPr vert="horz" lIns="92318" tIns="46159" rIns="92318" bIns="46159" rtlCol="0"/>
          <a:lstStyle>
            <a:lvl1pPr algn="r">
              <a:defRPr sz="1200"/>
            </a:lvl1pPr>
          </a:lstStyle>
          <a:p>
            <a:fld id="{9E3E2DAB-C342-42F1-91E3-136C26B66FA9}" type="datetimeFigureOut">
              <a:rPr lang="en-ZA" smtClean="0"/>
              <a:t>2018/10/17</a:t>
            </a:fld>
            <a:endParaRPr lang="en-ZA"/>
          </a:p>
        </p:txBody>
      </p:sp>
      <p:sp>
        <p:nvSpPr>
          <p:cNvPr id="4" name="Footer Placeholder 3"/>
          <p:cNvSpPr>
            <a:spLocks noGrp="1"/>
          </p:cNvSpPr>
          <p:nvPr>
            <p:ph type="ftr" sz="quarter" idx="2"/>
          </p:nvPr>
        </p:nvSpPr>
        <p:spPr>
          <a:xfrm>
            <a:off x="1" y="9519056"/>
            <a:ext cx="2985558" cy="502834"/>
          </a:xfrm>
          <a:prstGeom prst="rect">
            <a:avLst/>
          </a:prstGeom>
        </p:spPr>
        <p:txBody>
          <a:bodyPr vert="horz" lIns="92318" tIns="46159" rIns="92318" bIns="46159" rtlCol="0" anchor="b"/>
          <a:lstStyle>
            <a:lvl1pPr algn="l">
              <a:defRPr sz="1200"/>
            </a:lvl1pPr>
          </a:lstStyle>
          <a:p>
            <a:endParaRPr lang="en-ZA"/>
          </a:p>
        </p:txBody>
      </p:sp>
      <p:sp>
        <p:nvSpPr>
          <p:cNvPr id="5" name="Slide Number Placeholder 4"/>
          <p:cNvSpPr>
            <a:spLocks noGrp="1"/>
          </p:cNvSpPr>
          <p:nvPr>
            <p:ph type="sldNum" sz="quarter" idx="3"/>
          </p:nvPr>
        </p:nvSpPr>
        <p:spPr>
          <a:xfrm>
            <a:off x="3902598" y="9519056"/>
            <a:ext cx="2985558" cy="502834"/>
          </a:xfrm>
          <a:prstGeom prst="rect">
            <a:avLst/>
          </a:prstGeom>
        </p:spPr>
        <p:txBody>
          <a:bodyPr vert="horz" lIns="92318" tIns="46159" rIns="92318" bIns="46159" rtlCol="0" anchor="b"/>
          <a:lstStyle>
            <a:lvl1pPr algn="r">
              <a:defRPr sz="1200"/>
            </a:lvl1pPr>
          </a:lstStyle>
          <a:p>
            <a:fld id="{028491A8-3BEC-4649-9399-C28210E2ECAD}" type="slidenum">
              <a:rPr lang="en-ZA" smtClean="0"/>
              <a:t>‹#›</a:t>
            </a:fld>
            <a:endParaRPr lang="en-ZA"/>
          </a:p>
        </p:txBody>
      </p:sp>
    </p:spTree>
    <p:extLst>
      <p:ext uri="{BB962C8B-B14F-4D97-AF65-F5344CB8AC3E}">
        <p14:creationId xmlns:p14="http://schemas.microsoft.com/office/powerpoint/2010/main" val="38467215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5558" cy="502835"/>
          </a:xfrm>
          <a:prstGeom prst="rect">
            <a:avLst/>
          </a:prstGeom>
        </p:spPr>
        <p:txBody>
          <a:bodyPr vert="horz" lIns="92318" tIns="46159" rIns="92318" bIns="46159" rtlCol="0"/>
          <a:lstStyle>
            <a:lvl1pPr algn="l">
              <a:defRPr sz="1200"/>
            </a:lvl1pPr>
          </a:lstStyle>
          <a:p>
            <a:endParaRPr lang="en-ZA"/>
          </a:p>
        </p:txBody>
      </p:sp>
      <p:sp>
        <p:nvSpPr>
          <p:cNvPr id="3" name="Date Placeholder 2"/>
          <p:cNvSpPr>
            <a:spLocks noGrp="1"/>
          </p:cNvSpPr>
          <p:nvPr>
            <p:ph type="dt" idx="1"/>
          </p:nvPr>
        </p:nvSpPr>
        <p:spPr>
          <a:xfrm>
            <a:off x="3902598" y="0"/>
            <a:ext cx="2985558" cy="502835"/>
          </a:xfrm>
          <a:prstGeom prst="rect">
            <a:avLst/>
          </a:prstGeom>
        </p:spPr>
        <p:txBody>
          <a:bodyPr vert="horz" lIns="92318" tIns="46159" rIns="92318" bIns="46159" rtlCol="0"/>
          <a:lstStyle>
            <a:lvl1pPr algn="r">
              <a:defRPr sz="1200"/>
            </a:lvl1pPr>
          </a:lstStyle>
          <a:p>
            <a:fld id="{10C2B037-BBA3-45C8-BB28-C4A9BE9EE27E}" type="datetimeFigureOut">
              <a:rPr lang="en-ZA" smtClean="0"/>
              <a:t>2018/10/17</a:t>
            </a:fld>
            <a:endParaRPr lang="en-ZA"/>
          </a:p>
        </p:txBody>
      </p:sp>
      <p:sp>
        <p:nvSpPr>
          <p:cNvPr id="4" name="Slide Image Placeholder 3"/>
          <p:cNvSpPr>
            <a:spLocks noGrp="1" noRot="1" noChangeAspect="1"/>
          </p:cNvSpPr>
          <p:nvPr>
            <p:ph type="sldImg" idx="2"/>
          </p:nvPr>
        </p:nvSpPr>
        <p:spPr>
          <a:xfrm>
            <a:off x="438150" y="1252538"/>
            <a:ext cx="6013450" cy="3382962"/>
          </a:xfrm>
          <a:prstGeom prst="rect">
            <a:avLst/>
          </a:prstGeom>
          <a:noFill/>
          <a:ln w="12700">
            <a:solidFill>
              <a:prstClr val="black"/>
            </a:solidFill>
          </a:ln>
        </p:spPr>
        <p:txBody>
          <a:bodyPr vert="horz" lIns="92318" tIns="46159" rIns="92318" bIns="46159" rtlCol="0" anchor="ctr"/>
          <a:lstStyle/>
          <a:p>
            <a:endParaRPr lang="en-ZA"/>
          </a:p>
        </p:txBody>
      </p:sp>
      <p:sp>
        <p:nvSpPr>
          <p:cNvPr id="5" name="Notes Placeholder 4"/>
          <p:cNvSpPr>
            <a:spLocks noGrp="1"/>
          </p:cNvSpPr>
          <p:nvPr>
            <p:ph type="body" sz="quarter" idx="3"/>
          </p:nvPr>
        </p:nvSpPr>
        <p:spPr>
          <a:xfrm>
            <a:off x="688976" y="4823034"/>
            <a:ext cx="5511800" cy="3946118"/>
          </a:xfrm>
          <a:prstGeom prst="rect">
            <a:avLst/>
          </a:prstGeom>
        </p:spPr>
        <p:txBody>
          <a:bodyPr vert="horz" lIns="92318" tIns="46159" rIns="92318" bIns="4615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1" y="9519056"/>
            <a:ext cx="2985558" cy="502834"/>
          </a:xfrm>
          <a:prstGeom prst="rect">
            <a:avLst/>
          </a:prstGeom>
        </p:spPr>
        <p:txBody>
          <a:bodyPr vert="horz" lIns="92318" tIns="46159" rIns="92318" bIns="46159" rtlCol="0" anchor="b"/>
          <a:lstStyle>
            <a:lvl1pPr algn="l">
              <a:defRPr sz="1200"/>
            </a:lvl1pPr>
          </a:lstStyle>
          <a:p>
            <a:endParaRPr lang="en-ZA"/>
          </a:p>
        </p:txBody>
      </p:sp>
      <p:sp>
        <p:nvSpPr>
          <p:cNvPr id="7" name="Slide Number Placeholder 6"/>
          <p:cNvSpPr>
            <a:spLocks noGrp="1"/>
          </p:cNvSpPr>
          <p:nvPr>
            <p:ph type="sldNum" sz="quarter" idx="5"/>
          </p:nvPr>
        </p:nvSpPr>
        <p:spPr>
          <a:xfrm>
            <a:off x="3902598" y="9519056"/>
            <a:ext cx="2985558" cy="502834"/>
          </a:xfrm>
          <a:prstGeom prst="rect">
            <a:avLst/>
          </a:prstGeom>
        </p:spPr>
        <p:txBody>
          <a:bodyPr vert="horz" lIns="92318" tIns="46159" rIns="92318" bIns="46159" rtlCol="0" anchor="b"/>
          <a:lstStyle>
            <a:lvl1pPr algn="r">
              <a:defRPr sz="1200"/>
            </a:lvl1pPr>
          </a:lstStyle>
          <a:p>
            <a:fld id="{B39C86E4-FECB-426E-8F25-41F37B7378B9}" type="slidenum">
              <a:rPr lang="en-ZA" smtClean="0"/>
              <a:t>‹#›</a:t>
            </a:fld>
            <a:endParaRPr lang="en-ZA"/>
          </a:p>
        </p:txBody>
      </p:sp>
    </p:spTree>
    <p:extLst>
      <p:ext uri="{BB962C8B-B14F-4D97-AF65-F5344CB8AC3E}">
        <p14:creationId xmlns:p14="http://schemas.microsoft.com/office/powerpoint/2010/main" val="935780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62928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92164705-DBEA-4887-8BF1-4CEAC127E8C8}"/>
              </a:ext>
            </a:extLst>
          </p:cNvPr>
          <p:cNvSpPr>
            <a:spLocks noGrp="1"/>
          </p:cNvSpPr>
          <p:nvPr>
            <p:ph type="pic" sz="quarter" idx="10"/>
          </p:nvPr>
        </p:nvSpPr>
        <p:spPr>
          <a:xfrm>
            <a:off x="1915277" y="0"/>
            <a:ext cx="10276723" cy="6858000"/>
          </a:xfrm>
        </p:spPr>
        <p:txBody>
          <a:bodyPr/>
          <a:lstStyle/>
          <a:p>
            <a:endParaRPr lang="en-US"/>
          </a:p>
        </p:txBody>
      </p:sp>
    </p:spTree>
    <p:extLst>
      <p:ext uri="{BB962C8B-B14F-4D97-AF65-F5344CB8AC3E}">
        <p14:creationId xmlns:p14="http://schemas.microsoft.com/office/powerpoint/2010/main" val="1534785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1" name="Freeform 5">
            <a:extLst>
              <a:ext uri="{FF2B5EF4-FFF2-40B4-BE49-F238E27FC236}">
                <a16:creationId xmlns:a16="http://schemas.microsoft.com/office/drawing/2014/main" id="{4FDC4E71-4905-4CEA-A256-07B628525D39}"/>
              </a:ext>
            </a:extLst>
          </p:cNvPr>
          <p:cNvSpPr>
            <a:spLocks/>
          </p:cNvSpPr>
          <p:nvPr userDrawn="1"/>
        </p:nvSpPr>
        <p:spPr bwMode="auto">
          <a:xfrm>
            <a:off x="11342846" y="6005893"/>
            <a:ext cx="391954" cy="394907"/>
          </a:xfrm>
          <a:custGeom>
            <a:avLst/>
            <a:gdLst>
              <a:gd name="T0" fmla="*/ 743 w 810"/>
              <a:gd name="T1" fmla="*/ 810 h 810"/>
              <a:gd name="T2" fmla="*/ 67 w 810"/>
              <a:gd name="T3" fmla="*/ 810 h 810"/>
              <a:gd name="T4" fmla="*/ 0 w 810"/>
              <a:gd name="T5" fmla="*/ 743 h 810"/>
              <a:gd name="T6" fmla="*/ 0 w 810"/>
              <a:gd name="T7" fmla="*/ 66 h 810"/>
              <a:gd name="T8" fmla="*/ 67 w 810"/>
              <a:gd name="T9" fmla="*/ 0 h 810"/>
              <a:gd name="T10" fmla="*/ 743 w 810"/>
              <a:gd name="T11" fmla="*/ 0 h 810"/>
              <a:gd name="T12" fmla="*/ 810 w 810"/>
              <a:gd name="T13" fmla="*/ 66 h 810"/>
              <a:gd name="T14" fmla="*/ 810 w 810"/>
              <a:gd name="T15" fmla="*/ 743 h 810"/>
              <a:gd name="T16" fmla="*/ 743 w 810"/>
              <a:gd name="T17"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0" h="810">
                <a:moveTo>
                  <a:pt x="743" y="810"/>
                </a:moveTo>
                <a:cubicBezTo>
                  <a:pt x="67" y="810"/>
                  <a:pt x="67" y="810"/>
                  <a:pt x="67" y="810"/>
                </a:cubicBezTo>
                <a:cubicBezTo>
                  <a:pt x="30" y="810"/>
                  <a:pt x="0" y="780"/>
                  <a:pt x="0" y="743"/>
                </a:cubicBezTo>
                <a:cubicBezTo>
                  <a:pt x="0" y="66"/>
                  <a:pt x="0" y="66"/>
                  <a:pt x="0" y="66"/>
                </a:cubicBezTo>
                <a:cubicBezTo>
                  <a:pt x="0" y="30"/>
                  <a:pt x="30" y="0"/>
                  <a:pt x="67" y="0"/>
                </a:cubicBezTo>
                <a:cubicBezTo>
                  <a:pt x="743" y="0"/>
                  <a:pt x="743" y="0"/>
                  <a:pt x="743" y="0"/>
                </a:cubicBezTo>
                <a:cubicBezTo>
                  <a:pt x="780" y="0"/>
                  <a:pt x="810" y="30"/>
                  <a:pt x="810" y="66"/>
                </a:cubicBezTo>
                <a:cubicBezTo>
                  <a:pt x="810" y="743"/>
                  <a:pt x="810" y="743"/>
                  <a:pt x="810" y="743"/>
                </a:cubicBezTo>
                <a:cubicBezTo>
                  <a:pt x="810" y="780"/>
                  <a:pt x="780" y="810"/>
                  <a:pt x="743" y="810"/>
                </a:cubicBezTo>
                <a:close/>
              </a:path>
            </a:pathLst>
          </a:custGeom>
          <a:gradFill>
            <a:gsLst>
              <a:gs pos="0">
                <a:schemeClr val="accent1"/>
              </a:gs>
              <a:gs pos="74000">
                <a:schemeClr val="accent2"/>
              </a:gs>
              <a:gs pos="83000">
                <a:schemeClr val="accent2"/>
              </a:gs>
              <a:gs pos="100000">
                <a:schemeClr val="accent2"/>
              </a:gs>
            </a:gsLst>
            <a:lin ang="78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Slide Number Placeholder 5">
            <a:extLst>
              <a:ext uri="{FF2B5EF4-FFF2-40B4-BE49-F238E27FC236}">
                <a16:creationId xmlns:a16="http://schemas.microsoft.com/office/drawing/2014/main" id="{FC263AB8-E2AF-4AC1-BE73-70E8DAE64446}"/>
              </a:ext>
            </a:extLst>
          </p:cNvPr>
          <p:cNvSpPr txBox="1">
            <a:spLocks/>
          </p:cNvSpPr>
          <p:nvPr userDrawn="1"/>
        </p:nvSpPr>
        <p:spPr>
          <a:xfrm>
            <a:off x="11261489" y="6005893"/>
            <a:ext cx="554668" cy="377849"/>
          </a:xfrm>
          <a:prstGeom prst="rect">
            <a:avLst/>
          </a:prstGeom>
        </p:spPr>
        <p:txBody>
          <a:bodyPr vert="horz" lIns="91440" tIns="45720" rIns="91440" bIns="45720" rtlCol="0" anchor="ctr"/>
          <a:lstStyle>
            <a:defPPr>
              <a:defRPr lang="id-ID"/>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96CAF5E-82FD-46C1-8113-274199A6E6F4}" type="slidenum">
              <a:rPr lang="id-ID" sz="1200" b="1" smtClean="0">
                <a:solidFill>
                  <a:schemeClr val="bg2"/>
                </a:solidFill>
                <a:latin typeface="+mj-lt"/>
              </a:rPr>
              <a:pPr algn="ctr"/>
              <a:t>‹#›</a:t>
            </a:fld>
            <a:endParaRPr lang="id-ID" sz="1200" b="1" dirty="0">
              <a:solidFill>
                <a:schemeClr val="bg2"/>
              </a:solidFill>
              <a:latin typeface="+mj-lt"/>
            </a:endParaRPr>
          </a:p>
        </p:txBody>
      </p:sp>
      <p:sp>
        <p:nvSpPr>
          <p:cNvPr id="15" name="Text Placeholder 26">
            <a:extLst>
              <a:ext uri="{FF2B5EF4-FFF2-40B4-BE49-F238E27FC236}">
                <a16:creationId xmlns:a16="http://schemas.microsoft.com/office/drawing/2014/main" id="{9840D7DC-08E2-4E59-B0E5-EF11E05E0AC5}"/>
              </a:ext>
            </a:extLst>
          </p:cNvPr>
          <p:cNvSpPr>
            <a:spLocks noGrp="1"/>
          </p:cNvSpPr>
          <p:nvPr>
            <p:ph type="body" sz="quarter" idx="12" hasCustomPrompt="1"/>
          </p:nvPr>
        </p:nvSpPr>
        <p:spPr>
          <a:xfrm>
            <a:off x="4024093" y="635580"/>
            <a:ext cx="4135438" cy="436782"/>
          </a:xfrm>
        </p:spPr>
        <p:txBody>
          <a:bodyPr>
            <a:normAutofit/>
          </a:bodyPr>
          <a:lstStyle>
            <a:lvl1pPr marL="0" indent="0" algn="ctr">
              <a:buNone/>
              <a:defRPr sz="2400" b="1">
                <a:solidFill>
                  <a:schemeClr val="bg2"/>
                </a:solidFill>
                <a:latin typeface="+mj-lt"/>
              </a:defRPr>
            </a:lvl1pPr>
          </a:lstStyle>
          <a:p>
            <a:pPr lvl="0"/>
            <a:r>
              <a:rPr lang="en-US" dirty="0"/>
              <a:t>Tittle Here</a:t>
            </a:r>
          </a:p>
        </p:txBody>
      </p:sp>
      <p:sp>
        <p:nvSpPr>
          <p:cNvPr id="16" name="Text Placeholder 26">
            <a:extLst>
              <a:ext uri="{FF2B5EF4-FFF2-40B4-BE49-F238E27FC236}">
                <a16:creationId xmlns:a16="http://schemas.microsoft.com/office/drawing/2014/main" id="{EEF0C320-E7C1-453E-A529-AF5702E76EB4}"/>
              </a:ext>
            </a:extLst>
          </p:cNvPr>
          <p:cNvSpPr>
            <a:spLocks noGrp="1"/>
          </p:cNvSpPr>
          <p:nvPr>
            <p:ph type="body" sz="quarter" idx="13" hasCustomPrompt="1"/>
          </p:nvPr>
        </p:nvSpPr>
        <p:spPr>
          <a:xfrm>
            <a:off x="4024093" y="1173957"/>
            <a:ext cx="4135438" cy="436782"/>
          </a:xfrm>
        </p:spPr>
        <p:txBody>
          <a:bodyPr>
            <a:normAutofit/>
          </a:bodyPr>
          <a:lstStyle>
            <a:lvl1pPr marL="0" indent="0" algn="ctr">
              <a:lnSpc>
                <a:spcPct val="150000"/>
              </a:lnSpc>
              <a:buNone/>
              <a:defRPr sz="1200" b="0">
                <a:solidFill>
                  <a:schemeClr val="tx1"/>
                </a:solidFill>
                <a:latin typeface="+mn-lt"/>
              </a:defRPr>
            </a:lvl1pPr>
          </a:lstStyle>
          <a:p>
            <a:pPr lvl="0"/>
            <a:r>
              <a:rPr lang="en-US" dirty="0"/>
              <a:t>Subtitle Here</a:t>
            </a:r>
          </a:p>
        </p:txBody>
      </p:sp>
    </p:spTree>
    <p:extLst>
      <p:ext uri="{BB962C8B-B14F-4D97-AF65-F5344CB8AC3E}">
        <p14:creationId xmlns:p14="http://schemas.microsoft.com/office/powerpoint/2010/main" val="1080174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2" name="Freeform 5">
            <a:extLst>
              <a:ext uri="{FF2B5EF4-FFF2-40B4-BE49-F238E27FC236}">
                <a16:creationId xmlns:a16="http://schemas.microsoft.com/office/drawing/2014/main" id="{F3CD4C41-FA40-42D3-AA88-F741F3E381A9}"/>
              </a:ext>
            </a:extLst>
          </p:cNvPr>
          <p:cNvSpPr>
            <a:spLocks/>
          </p:cNvSpPr>
          <p:nvPr/>
        </p:nvSpPr>
        <p:spPr bwMode="auto">
          <a:xfrm>
            <a:off x="11342846" y="6005893"/>
            <a:ext cx="391954" cy="394907"/>
          </a:xfrm>
          <a:custGeom>
            <a:avLst/>
            <a:gdLst>
              <a:gd name="T0" fmla="*/ 743 w 810"/>
              <a:gd name="T1" fmla="*/ 810 h 810"/>
              <a:gd name="T2" fmla="*/ 67 w 810"/>
              <a:gd name="T3" fmla="*/ 810 h 810"/>
              <a:gd name="T4" fmla="*/ 0 w 810"/>
              <a:gd name="T5" fmla="*/ 743 h 810"/>
              <a:gd name="T6" fmla="*/ 0 w 810"/>
              <a:gd name="T7" fmla="*/ 66 h 810"/>
              <a:gd name="T8" fmla="*/ 67 w 810"/>
              <a:gd name="T9" fmla="*/ 0 h 810"/>
              <a:gd name="T10" fmla="*/ 743 w 810"/>
              <a:gd name="T11" fmla="*/ 0 h 810"/>
              <a:gd name="T12" fmla="*/ 810 w 810"/>
              <a:gd name="T13" fmla="*/ 66 h 810"/>
              <a:gd name="T14" fmla="*/ 810 w 810"/>
              <a:gd name="T15" fmla="*/ 743 h 810"/>
              <a:gd name="T16" fmla="*/ 743 w 810"/>
              <a:gd name="T17"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0" h="810">
                <a:moveTo>
                  <a:pt x="743" y="810"/>
                </a:moveTo>
                <a:cubicBezTo>
                  <a:pt x="67" y="810"/>
                  <a:pt x="67" y="810"/>
                  <a:pt x="67" y="810"/>
                </a:cubicBezTo>
                <a:cubicBezTo>
                  <a:pt x="30" y="810"/>
                  <a:pt x="0" y="780"/>
                  <a:pt x="0" y="743"/>
                </a:cubicBezTo>
                <a:cubicBezTo>
                  <a:pt x="0" y="66"/>
                  <a:pt x="0" y="66"/>
                  <a:pt x="0" y="66"/>
                </a:cubicBezTo>
                <a:cubicBezTo>
                  <a:pt x="0" y="30"/>
                  <a:pt x="30" y="0"/>
                  <a:pt x="67" y="0"/>
                </a:cubicBezTo>
                <a:cubicBezTo>
                  <a:pt x="743" y="0"/>
                  <a:pt x="743" y="0"/>
                  <a:pt x="743" y="0"/>
                </a:cubicBezTo>
                <a:cubicBezTo>
                  <a:pt x="780" y="0"/>
                  <a:pt x="810" y="30"/>
                  <a:pt x="810" y="66"/>
                </a:cubicBezTo>
                <a:cubicBezTo>
                  <a:pt x="810" y="743"/>
                  <a:pt x="810" y="743"/>
                  <a:pt x="810" y="743"/>
                </a:cubicBezTo>
                <a:cubicBezTo>
                  <a:pt x="810" y="780"/>
                  <a:pt x="780" y="810"/>
                  <a:pt x="743" y="810"/>
                </a:cubicBezTo>
                <a:close/>
              </a:path>
            </a:pathLst>
          </a:custGeom>
          <a:gradFill>
            <a:gsLst>
              <a:gs pos="0">
                <a:schemeClr val="accent1"/>
              </a:gs>
              <a:gs pos="74000">
                <a:schemeClr val="accent2"/>
              </a:gs>
              <a:gs pos="83000">
                <a:schemeClr val="accent2"/>
              </a:gs>
              <a:gs pos="100000">
                <a:schemeClr val="accent2"/>
              </a:gs>
            </a:gsLst>
            <a:lin ang="78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Slide Number Placeholder 5">
            <a:extLst>
              <a:ext uri="{FF2B5EF4-FFF2-40B4-BE49-F238E27FC236}">
                <a16:creationId xmlns:a16="http://schemas.microsoft.com/office/drawing/2014/main" id="{DF3B4B49-B770-417B-AF4E-126CDC3B4184}"/>
              </a:ext>
            </a:extLst>
          </p:cNvPr>
          <p:cNvSpPr txBox="1">
            <a:spLocks/>
          </p:cNvSpPr>
          <p:nvPr userDrawn="1"/>
        </p:nvSpPr>
        <p:spPr>
          <a:xfrm>
            <a:off x="11261489" y="6005893"/>
            <a:ext cx="554668" cy="377849"/>
          </a:xfrm>
          <a:prstGeom prst="rect">
            <a:avLst/>
          </a:prstGeom>
        </p:spPr>
        <p:txBody>
          <a:bodyPr vert="horz" lIns="91440" tIns="45720" rIns="91440" bIns="45720" rtlCol="0" anchor="ctr"/>
          <a:lstStyle>
            <a:defPPr>
              <a:defRPr lang="id-ID"/>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96CAF5E-82FD-46C1-8113-274199A6E6F4}" type="slidenum">
              <a:rPr lang="id-ID" sz="1200" b="1" smtClean="0">
                <a:solidFill>
                  <a:schemeClr val="bg2"/>
                </a:solidFill>
                <a:latin typeface="+mj-lt"/>
              </a:rPr>
              <a:pPr algn="ctr"/>
              <a:t>‹#›</a:t>
            </a:fld>
            <a:endParaRPr lang="id-ID" sz="1200" b="1" dirty="0">
              <a:solidFill>
                <a:schemeClr val="bg2"/>
              </a:solidFill>
              <a:latin typeface="+mj-lt"/>
            </a:endParaRPr>
          </a:p>
        </p:txBody>
      </p:sp>
      <p:sp>
        <p:nvSpPr>
          <p:cNvPr id="28" name="Text Placeholder 26">
            <a:extLst>
              <a:ext uri="{FF2B5EF4-FFF2-40B4-BE49-F238E27FC236}">
                <a16:creationId xmlns:a16="http://schemas.microsoft.com/office/drawing/2014/main" id="{7F19E1F4-FB0B-47D5-BAE1-62CE2B056446}"/>
              </a:ext>
            </a:extLst>
          </p:cNvPr>
          <p:cNvSpPr>
            <a:spLocks noGrp="1"/>
          </p:cNvSpPr>
          <p:nvPr>
            <p:ph type="body" sz="quarter" idx="12" hasCustomPrompt="1"/>
          </p:nvPr>
        </p:nvSpPr>
        <p:spPr>
          <a:xfrm>
            <a:off x="4024093" y="635580"/>
            <a:ext cx="4135438" cy="436782"/>
          </a:xfrm>
        </p:spPr>
        <p:txBody>
          <a:bodyPr>
            <a:normAutofit/>
          </a:bodyPr>
          <a:lstStyle>
            <a:lvl1pPr marL="0" indent="0" algn="ctr">
              <a:buNone/>
              <a:defRPr sz="2400" b="1">
                <a:solidFill>
                  <a:schemeClr val="bg2"/>
                </a:solidFill>
                <a:latin typeface="+mj-lt"/>
              </a:defRPr>
            </a:lvl1pPr>
          </a:lstStyle>
          <a:p>
            <a:pPr lvl="0"/>
            <a:r>
              <a:rPr lang="en-US" dirty="0"/>
              <a:t>Tittle Here</a:t>
            </a:r>
          </a:p>
        </p:txBody>
      </p:sp>
      <p:sp>
        <p:nvSpPr>
          <p:cNvPr id="31" name="Text Placeholder 26">
            <a:extLst>
              <a:ext uri="{FF2B5EF4-FFF2-40B4-BE49-F238E27FC236}">
                <a16:creationId xmlns:a16="http://schemas.microsoft.com/office/drawing/2014/main" id="{41C46851-8C7C-4D45-803F-F2CE0BB86C33}"/>
              </a:ext>
            </a:extLst>
          </p:cNvPr>
          <p:cNvSpPr>
            <a:spLocks noGrp="1"/>
          </p:cNvSpPr>
          <p:nvPr>
            <p:ph type="body" sz="quarter" idx="13" hasCustomPrompt="1"/>
          </p:nvPr>
        </p:nvSpPr>
        <p:spPr>
          <a:xfrm>
            <a:off x="4024093" y="1173957"/>
            <a:ext cx="4135438" cy="436782"/>
          </a:xfrm>
        </p:spPr>
        <p:txBody>
          <a:bodyPr>
            <a:normAutofit/>
          </a:bodyPr>
          <a:lstStyle>
            <a:lvl1pPr marL="0" indent="0" algn="ctr">
              <a:lnSpc>
                <a:spcPct val="150000"/>
              </a:lnSpc>
              <a:buNone/>
              <a:defRPr sz="1200" b="0">
                <a:solidFill>
                  <a:schemeClr val="tx1"/>
                </a:solidFill>
                <a:latin typeface="+mn-lt"/>
              </a:defRPr>
            </a:lvl1pPr>
          </a:lstStyle>
          <a:p>
            <a:pPr lvl="0"/>
            <a:r>
              <a:rPr lang="en-US" dirty="0"/>
              <a:t>Subtitle Here</a:t>
            </a:r>
          </a:p>
        </p:txBody>
      </p:sp>
    </p:spTree>
    <p:extLst>
      <p:ext uri="{BB962C8B-B14F-4D97-AF65-F5344CB8AC3E}">
        <p14:creationId xmlns:p14="http://schemas.microsoft.com/office/powerpoint/2010/main" val="2643425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0929DEC5-F6AF-474D-8695-23D85FD27BC7}"/>
              </a:ext>
            </a:extLst>
          </p:cNvPr>
          <p:cNvSpPr>
            <a:spLocks noGrp="1"/>
          </p:cNvSpPr>
          <p:nvPr>
            <p:ph type="body" sz="quarter" idx="12" hasCustomPrompt="1"/>
          </p:nvPr>
        </p:nvSpPr>
        <p:spPr>
          <a:xfrm>
            <a:off x="295422" y="1356659"/>
            <a:ext cx="2923188" cy="555985"/>
          </a:xfrm>
        </p:spPr>
        <p:txBody>
          <a:bodyPr>
            <a:normAutofit/>
          </a:bodyPr>
          <a:lstStyle>
            <a:lvl1pPr marL="0" indent="0" algn="ctr">
              <a:buNone/>
              <a:defRPr sz="2400" b="1">
                <a:solidFill>
                  <a:schemeClr val="bg2"/>
                </a:solidFill>
                <a:latin typeface="+mj-lt"/>
              </a:defRPr>
            </a:lvl1pPr>
          </a:lstStyle>
          <a:p>
            <a:pPr lvl="0"/>
            <a:r>
              <a:rPr lang="en-US" dirty="0"/>
              <a:t>Tittle Here</a:t>
            </a:r>
          </a:p>
        </p:txBody>
      </p:sp>
      <p:sp>
        <p:nvSpPr>
          <p:cNvPr id="16" name="Freeform 5">
            <a:extLst>
              <a:ext uri="{FF2B5EF4-FFF2-40B4-BE49-F238E27FC236}">
                <a16:creationId xmlns:a16="http://schemas.microsoft.com/office/drawing/2014/main" id="{DC891C81-F211-4E7A-BFA8-A470CDE31922}"/>
              </a:ext>
            </a:extLst>
          </p:cNvPr>
          <p:cNvSpPr>
            <a:spLocks/>
          </p:cNvSpPr>
          <p:nvPr userDrawn="1"/>
        </p:nvSpPr>
        <p:spPr bwMode="auto">
          <a:xfrm>
            <a:off x="11342846" y="6005893"/>
            <a:ext cx="391954" cy="394907"/>
          </a:xfrm>
          <a:custGeom>
            <a:avLst/>
            <a:gdLst>
              <a:gd name="T0" fmla="*/ 743 w 810"/>
              <a:gd name="T1" fmla="*/ 810 h 810"/>
              <a:gd name="T2" fmla="*/ 67 w 810"/>
              <a:gd name="T3" fmla="*/ 810 h 810"/>
              <a:gd name="T4" fmla="*/ 0 w 810"/>
              <a:gd name="T5" fmla="*/ 743 h 810"/>
              <a:gd name="T6" fmla="*/ 0 w 810"/>
              <a:gd name="T7" fmla="*/ 66 h 810"/>
              <a:gd name="T8" fmla="*/ 67 w 810"/>
              <a:gd name="T9" fmla="*/ 0 h 810"/>
              <a:gd name="T10" fmla="*/ 743 w 810"/>
              <a:gd name="T11" fmla="*/ 0 h 810"/>
              <a:gd name="T12" fmla="*/ 810 w 810"/>
              <a:gd name="T13" fmla="*/ 66 h 810"/>
              <a:gd name="T14" fmla="*/ 810 w 810"/>
              <a:gd name="T15" fmla="*/ 743 h 810"/>
              <a:gd name="T16" fmla="*/ 743 w 810"/>
              <a:gd name="T17"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0" h="810">
                <a:moveTo>
                  <a:pt x="743" y="810"/>
                </a:moveTo>
                <a:cubicBezTo>
                  <a:pt x="67" y="810"/>
                  <a:pt x="67" y="810"/>
                  <a:pt x="67" y="810"/>
                </a:cubicBezTo>
                <a:cubicBezTo>
                  <a:pt x="30" y="810"/>
                  <a:pt x="0" y="780"/>
                  <a:pt x="0" y="743"/>
                </a:cubicBezTo>
                <a:cubicBezTo>
                  <a:pt x="0" y="66"/>
                  <a:pt x="0" y="66"/>
                  <a:pt x="0" y="66"/>
                </a:cubicBezTo>
                <a:cubicBezTo>
                  <a:pt x="0" y="30"/>
                  <a:pt x="30" y="0"/>
                  <a:pt x="67" y="0"/>
                </a:cubicBezTo>
                <a:cubicBezTo>
                  <a:pt x="743" y="0"/>
                  <a:pt x="743" y="0"/>
                  <a:pt x="743" y="0"/>
                </a:cubicBezTo>
                <a:cubicBezTo>
                  <a:pt x="780" y="0"/>
                  <a:pt x="810" y="30"/>
                  <a:pt x="810" y="66"/>
                </a:cubicBezTo>
                <a:cubicBezTo>
                  <a:pt x="810" y="743"/>
                  <a:pt x="810" y="743"/>
                  <a:pt x="810" y="743"/>
                </a:cubicBezTo>
                <a:cubicBezTo>
                  <a:pt x="810" y="780"/>
                  <a:pt x="780" y="810"/>
                  <a:pt x="743" y="810"/>
                </a:cubicBezTo>
                <a:close/>
              </a:path>
            </a:pathLst>
          </a:custGeom>
          <a:gradFill>
            <a:gsLst>
              <a:gs pos="0">
                <a:schemeClr val="accent1"/>
              </a:gs>
              <a:gs pos="74000">
                <a:schemeClr val="accent2"/>
              </a:gs>
              <a:gs pos="83000">
                <a:schemeClr val="accent2"/>
              </a:gs>
              <a:gs pos="100000">
                <a:schemeClr val="accent2"/>
              </a:gs>
            </a:gsLst>
            <a:lin ang="78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Slide Number Placeholder 5">
            <a:extLst>
              <a:ext uri="{FF2B5EF4-FFF2-40B4-BE49-F238E27FC236}">
                <a16:creationId xmlns:a16="http://schemas.microsoft.com/office/drawing/2014/main" id="{EEAC5146-257A-4348-BDBE-4A8743BAE92A}"/>
              </a:ext>
            </a:extLst>
          </p:cNvPr>
          <p:cNvSpPr txBox="1">
            <a:spLocks/>
          </p:cNvSpPr>
          <p:nvPr userDrawn="1"/>
        </p:nvSpPr>
        <p:spPr>
          <a:xfrm>
            <a:off x="11261489" y="6005893"/>
            <a:ext cx="554668" cy="377849"/>
          </a:xfrm>
          <a:prstGeom prst="rect">
            <a:avLst/>
          </a:prstGeom>
        </p:spPr>
        <p:txBody>
          <a:bodyPr vert="horz" lIns="91440" tIns="45720" rIns="91440" bIns="45720" rtlCol="0" anchor="ctr"/>
          <a:lstStyle>
            <a:defPPr>
              <a:defRPr lang="id-ID"/>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96CAF5E-82FD-46C1-8113-274199A6E6F4}" type="slidenum">
              <a:rPr lang="id-ID" sz="1200" b="1" smtClean="0">
                <a:solidFill>
                  <a:schemeClr val="bg2"/>
                </a:solidFill>
                <a:latin typeface="+mj-lt"/>
              </a:rPr>
              <a:pPr algn="ctr"/>
              <a:t>‹#›</a:t>
            </a:fld>
            <a:endParaRPr lang="id-ID" sz="1200" b="1" dirty="0">
              <a:solidFill>
                <a:schemeClr val="bg2"/>
              </a:solidFill>
              <a:latin typeface="+mj-lt"/>
            </a:endParaRPr>
          </a:p>
        </p:txBody>
      </p:sp>
    </p:spTree>
    <p:extLst>
      <p:ext uri="{BB962C8B-B14F-4D97-AF65-F5344CB8AC3E}">
        <p14:creationId xmlns:p14="http://schemas.microsoft.com/office/powerpoint/2010/main" val="3610566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7" name="Text Placeholder 26">
            <a:extLst>
              <a:ext uri="{FF2B5EF4-FFF2-40B4-BE49-F238E27FC236}">
                <a16:creationId xmlns:a16="http://schemas.microsoft.com/office/drawing/2014/main" id="{83BFD6C4-3F04-4B12-8E76-F4BE78C705C3}"/>
              </a:ext>
            </a:extLst>
          </p:cNvPr>
          <p:cNvSpPr>
            <a:spLocks noGrp="1"/>
          </p:cNvSpPr>
          <p:nvPr>
            <p:ph type="body" sz="quarter" idx="12" hasCustomPrompt="1"/>
          </p:nvPr>
        </p:nvSpPr>
        <p:spPr>
          <a:xfrm>
            <a:off x="4024093" y="635580"/>
            <a:ext cx="4135438" cy="436782"/>
          </a:xfrm>
        </p:spPr>
        <p:txBody>
          <a:bodyPr>
            <a:normAutofit/>
          </a:bodyPr>
          <a:lstStyle>
            <a:lvl1pPr marL="0" indent="0" algn="ctr">
              <a:buNone/>
              <a:defRPr sz="2400" b="1">
                <a:solidFill>
                  <a:schemeClr val="bg2"/>
                </a:solidFill>
                <a:latin typeface="+mj-lt"/>
              </a:defRPr>
            </a:lvl1pPr>
          </a:lstStyle>
          <a:p>
            <a:pPr lvl="0"/>
            <a:r>
              <a:rPr lang="en-US" dirty="0"/>
              <a:t>Tittle Here</a:t>
            </a:r>
          </a:p>
        </p:txBody>
      </p:sp>
      <p:sp>
        <p:nvSpPr>
          <p:cNvPr id="8" name="Text Placeholder 26">
            <a:extLst>
              <a:ext uri="{FF2B5EF4-FFF2-40B4-BE49-F238E27FC236}">
                <a16:creationId xmlns:a16="http://schemas.microsoft.com/office/drawing/2014/main" id="{60F9D7A1-BB6C-4E12-9602-9EA6D9C57BF7}"/>
              </a:ext>
            </a:extLst>
          </p:cNvPr>
          <p:cNvSpPr>
            <a:spLocks noGrp="1"/>
          </p:cNvSpPr>
          <p:nvPr>
            <p:ph type="body" sz="quarter" idx="13" hasCustomPrompt="1"/>
          </p:nvPr>
        </p:nvSpPr>
        <p:spPr>
          <a:xfrm>
            <a:off x="4024093" y="1173957"/>
            <a:ext cx="4135438" cy="436782"/>
          </a:xfrm>
        </p:spPr>
        <p:txBody>
          <a:bodyPr>
            <a:normAutofit/>
          </a:bodyPr>
          <a:lstStyle>
            <a:lvl1pPr marL="0" indent="0" algn="ctr">
              <a:lnSpc>
                <a:spcPct val="150000"/>
              </a:lnSpc>
              <a:buNone/>
              <a:defRPr sz="1200" b="0">
                <a:solidFill>
                  <a:schemeClr val="bg2"/>
                </a:solidFill>
                <a:latin typeface="+mn-lt"/>
              </a:defRPr>
            </a:lvl1pPr>
          </a:lstStyle>
          <a:p>
            <a:pPr lvl="0"/>
            <a:r>
              <a:rPr lang="en-US" dirty="0"/>
              <a:t>Subtitle Here</a:t>
            </a:r>
          </a:p>
        </p:txBody>
      </p:sp>
      <p:sp>
        <p:nvSpPr>
          <p:cNvPr id="11" name="Text Placeholder 26">
            <a:extLst>
              <a:ext uri="{FF2B5EF4-FFF2-40B4-BE49-F238E27FC236}">
                <a16:creationId xmlns:a16="http://schemas.microsoft.com/office/drawing/2014/main" id="{DA05D932-41EC-46BC-903C-B1A7C1BD0DED}"/>
              </a:ext>
            </a:extLst>
          </p:cNvPr>
          <p:cNvSpPr>
            <a:spLocks noGrp="1"/>
          </p:cNvSpPr>
          <p:nvPr>
            <p:ph type="body" sz="quarter" idx="14" hasCustomPrompt="1"/>
          </p:nvPr>
        </p:nvSpPr>
        <p:spPr>
          <a:xfrm>
            <a:off x="1606837" y="3015342"/>
            <a:ext cx="8978326" cy="1214097"/>
          </a:xfrm>
        </p:spPr>
        <p:txBody>
          <a:bodyPr>
            <a:noAutofit/>
          </a:bodyPr>
          <a:lstStyle>
            <a:lvl1pPr marL="0" indent="0" algn="ctr">
              <a:buNone/>
              <a:defRPr sz="5400" b="1">
                <a:solidFill>
                  <a:schemeClr val="bg2"/>
                </a:solidFill>
                <a:latin typeface="+mj-lt"/>
              </a:defRPr>
            </a:lvl1pPr>
          </a:lstStyle>
          <a:p>
            <a:pPr lvl="0"/>
            <a:r>
              <a:rPr lang="en-US" dirty="0"/>
              <a:t>Tittle Here</a:t>
            </a:r>
          </a:p>
        </p:txBody>
      </p:sp>
    </p:spTree>
    <p:extLst>
      <p:ext uri="{BB962C8B-B14F-4D97-AF65-F5344CB8AC3E}">
        <p14:creationId xmlns:p14="http://schemas.microsoft.com/office/powerpoint/2010/main" val="1566520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5" name="Picture Placeholder 13">
            <a:extLst>
              <a:ext uri="{FF2B5EF4-FFF2-40B4-BE49-F238E27FC236}">
                <a16:creationId xmlns:a16="http://schemas.microsoft.com/office/drawing/2014/main" id="{376EC999-1427-4871-8CFA-6B188C9D70F3}"/>
              </a:ext>
            </a:extLst>
          </p:cNvPr>
          <p:cNvSpPr>
            <a:spLocks noGrp="1"/>
          </p:cNvSpPr>
          <p:nvPr>
            <p:ph type="pic" sz="quarter" idx="10"/>
          </p:nvPr>
        </p:nvSpPr>
        <p:spPr>
          <a:xfrm>
            <a:off x="1048051" y="1846205"/>
            <a:ext cx="3657600" cy="4357141"/>
          </a:xfrm>
        </p:spPr>
        <p:txBody>
          <a:bodyPr/>
          <a:lstStyle/>
          <a:p>
            <a:endParaRPr lang="en-US"/>
          </a:p>
        </p:txBody>
      </p:sp>
      <p:sp>
        <p:nvSpPr>
          <p:cNvPr id="21" name="Picture Placeholder 20">
            <a:extLst>
              <a:ext uri="{FF2B5EF4-FFF2-40B4-BE49-F238E27FC236}">
                <a16:creationId xmlns:a16="http://schemas.microsoft.com/office/drawing/2014/main" id="{665E2D11-3F2A-44FE-A49F-29F0A2DB5884}"/>
              </a:ext>
            </a:extLst>
          </p:cNvPr>
          <p:cNvSpPr>
            <a:spLocks noGrp="1"/>
          </p:cNvSpPr>
          <p:nvPr>
            <p:ph type="pic" sz="quarter" idx="11"/>
          </p:nvPr>
        </p:nvSpPr>
        <p:spPr>
          <a:xfrm>
            <a:off x="5257603" y="2090100"/>
            <a:ext cx="1105482" cy="1105482"/>
          </a:xfrm>
          <a:prstGeom prst="ellipse">
            <a:avLst/>
          </a:prstGeom>
        </p:spPr>
        <p:txBody>
          <a:bodyPr wrap="square">
            <a:noAutofit/>
          </a:bodyPr>
          <a:lstStyle>
            <a:lvl1pPr>
              <a:defRPr sz="800"/>
            </a:lvl1pPr>
          </a:lstStyle>
          <a:p>
            <a:endParaRPr lang="en-US"/>
          </a:p>
        </p:txBody>
      </p:sp>
      <p:sp>
        <p:nvSpPr>
          <p:cNvPr id="22" name="Picture Placeholder 21">
            <a:extLst>
              <a:ext uri="{FF2B5EF4-FFF2-40B4-BE49-F238E27FC236}">
                <a16:creationId xmlns:a16="http://schemas.microsoft.com/office/drawing/2014/main" id="{A764B6FE-DF73-4D54-A566-D95DCEBF04E4}"/>
              </a:ext>
            </a:extLst>
          </p:cNvPr>
          <p:cNvSpPr>
            <a:spLocks noGrp="1"/>
          </p:cNvSpPr>
          <p:nvPr>
            <p:ph type="pic" sz="quarter" idx="12"/>
          </p:nvPr>
        </p:nvSpPr>
        <p:spPr>
          <a:xfrm>
            <a:off x="7396122" y="2090100"/>
            <a:ext cx="1105482" cy="1105482"/>
          </a:xfrm>
          <a:prstGeom prst="ellipse">
            <a:avLst/>
          </a:prstGeom>
        </p:spPr>
        <p:txBody>
          <a:bodyPr wrap="square">
            <a:noAutofit/>
          </a:bodyPr>
          <a:lstStyle>
            <a:lvl1pPr>
              <a:defRPr sz="800"/>
            </a:lvl1pPr>
          </a:lstStyle>
          <a:p>
            <a:endParaRPr lang="en-US"/>
          </a:p>
        </p:txBody>
      </p:sp>
      <p:sp>
        <p:nvSpPr>
          <p:cNvPr id="23" name="Picture Placeholder 22">
            <a:extLst>
              <a:ext uri="{FF2B5EF4-FFF2-40B4-BE49-F238E27FC236}">
                <a16:creationId xmlns:a16="http://schemas.microsoft.com/office/drawing/2014/main" id="{EDF1EBAE-FDAD-4EF5-AE36-67A86C797B5A}"/>
              </a:ext>
            </a:extLst>
          </p:cNvPr>
          <p:cNvSpPr>
            <a:spLocks noGrp="1"/>
          </p:cNvSpPr>
          <p:nvPr>
            <p:ph type="pic" sz="quarter" idx="13"/>
          </p:nvPr>
        </p:nvSpPr>
        <p:spPr>
          <a:xfrm>
            <a:off x="9534640" y="2090100"/>
            <a:ext cx="1105482" cy="1105482"/>
          </a:xfrm>
          <a:prstGeom prst="ellipse">
            <a:avLst/>
          </a:prstGeom>
        </p:spPr>
        <p:txBody>
          <a:bodyPr wrap="square">
            <a:noAutofit/>
          </a:bodyPr>
          <a:lstStyle>
            <a:lvl1pPr>
              <a:defRPr sz="800"/>
            </a:lvl1pPr>
          </a:lstStyle>
          <a:p>
            <a:endParaRPr lang="en-US"/>
          </a:p>
        </p:txBody>
      </p:sp>
      <p:sp>
        <p:nvSpPr>
          <p:cNvPr id="27" name="Picture Placeholder 26">
            <a:extLst>
              <a:ext uri="{FF2B5EF4-FFF2-40B4-BE49-F238E27FC236}">
                <a16:creationId xmlns:a16="http://schemas.microsoft.com/office/drawing/2014/main" id="{E5EC0090-ED82-43FF-9E0A-CA97B8F7C860}"/>
              </a:ext>
            </a:extLst>
          </p:cNvPr>
          <p:cNvSpPr>
            <a:spLocks noGrp="1"/>
          </p:cNvSpPr>
          <p:nvPr>
            <p:ph type="pic" sz="quarter" idx="14"/>
          </p:nvPr>
        </p:nvSpPr>
        <p:spPr>
          <a:xfrm>
            <a:off x="5257603" y="4341476"/>
            <a:ext cx="1105482" cy="1105482"/>
          </a:xfrm>
          <a:prstGeom prst="ellipse">
            <a:avLst/>
          </a:prstGeom>
        </p:spPr>
        <p:txBody>
          <a:bodyPr wrap="square">
            <a:noAutofit/>
          </a:bodyPr>
          <a:lstStyle>
            <a:lvl1pPr>
              <a:defRPr sz="800"/>
            </a:lvl1pPr>
          </a:lstStyle>
          <a:p>
            <a:endParaRPr lang="en-US"/>
          </a:p>
        </p:txBody>
      </p:sp>
      <p:sp>
        <p:nvSpPr>
          <p:cNvPr id="28" name="Picture Placeholder 27">
            <a:extLst>
              <a:ext uri="{FF2B5EF4-FFF2-40B4-BE49-F238E27FC236}">
                <a16:creationId xmlns:a16="http://schemas.microsoft.com/office/drawing/2014/main" id="{E234CCAD-9402-4AC0-9A12-58CD8BBAFBBB}"/>
              </a:ext>
            </a:extLst>
          </p:cNvPr>
          <p:cNvSpPr>
            <a:spLocks noGrp="1"/>
          </p:cNvSpPr>
          <p:nvPr>
            <p:ph type="pic" sz="quarter" idx="15"/>
          </p:nvPr>
        </p:nvSpPr>
        <p:spPr>
          <a:xfrm>
            <a:off x="7396122" y="4341476"/>
            <a:ext cx="1105482" cy="1105482"/>
          </a:xfrm>
          <a:prstGeom prst="ellipse">
            <a:avLst/>
          </a:prstGeom>
        </p:spPr>
        <p:txBody>
          <a:bodyPr wrap="square">
            <a:noAutofit/>
          </a:bodyPr>
          <a:lstStyle>
            <a:lvl1pPr>
              <a:defRPr sz="800"/>
            </a:lvl1pPr>
          </a:lstStyle>
          <a:p>
            <a:endParaRPr lang="en-US"/>
          </a:p>
        </p:txBody>
      </p:sp>
      <p:sp>
        <p:nvSpPr>
          <p:cNvPr id="29" name="Picture Placeholder 28">
            <a:extLst>
              <a:ext uri="{FF2B5EF4-FFF2-40B4-BE49-F238E27FC236}">
                <a16:creationId xmlns:a16="http://schemas.microsoft.com/office/drawing/2014/main" id="{1D122BB9-711C-4B25-BC46-FD44AF3D4173}"/>
              </a:ext>
            </a:extLst>
          </p:cNvPr>
          <p:cNvSpPr>
            <a:spLocks noGrp="1"/>
          </p:cNvSpPr>
          <p:nvPr>
            <p:ph type="pic" sz="quarter" idx="16"/>
          </p:nvPr>
        </p:nvSpPr>
        <p:spPr>
          <a:xfrm>
            <a:off x="9534640" y="4341476"/>
            <a:ext cx="1105482" cy="1105482"/>
          </a:xfrm>
          <a:prstGeom prst="ellipse">
            <a:avLst/>
          </a:prstGeom>
        </p:spPr>
        <p:txBody>
          <a:bodyPr wrap="square">
            <a:noAutofit/>
          </a:bodyPr>
          <a:lstStyle>
            <a:lvl1pPr>
              <a:defRPr sz="800"/>
            </a:lvl1pPr>
          </a:lstStyle>
          <a:p>
            <a:endParaRPr lang="en-US"/>
          </a:p>
        </p:txBody>
      </p:sp>
      <p:sp>
        <p:nvSpPr>
          <p:cNvPr id="30" name="Text Placeholder 26">
            <a:extLst>
              <a:ext uri="{FF2B5EF4-FFF2-40B4-BE49-F238E27FC236}">
                <a16:creationId xmlns:a16="http://schemas.microsoft.com/office/drawing/2014/main" id="{86B3C482-4785-47A9-B1A1-39240F82A8D6}"/>
              </a:ext>
            </a:extLst>
          </p:cNvPr>
          <p:cNvSpPr>
            <a:spLocks noGrp="1"/>
          </p:cNvSpPr>
          <p:nvPr>
            <p:ph type="body" sz="quarter" idx="17" hasCustomPrompt="1"/>
          </p:nvPr>
        </p:nvSpPr>
        <p:spPr>
          <a:xfrm>
            <a:off x="4024093" y="635580"/>
            <a:ext cx="4135438" cy="436782"/>
          </a:xfrm>
        </p:spPr>
        <p:txBody>
          <a:bodyPr>
            <a:normAutofit/>
          </a:bodyPr>
          <a:lstStyle>
            <a:lvl1pPr marL="0" indent="0" algn="ctr">
              <a:buNone/>
              <a:defRPr sz="2400" b="1">
                <a:solidFill>
                  <a:schemeClr val="bg2"/>
                </a:solidFill>
                <a:latin typeface="+mj-lt"/>
              </a:defRPr>
            </a:lvl1pPr>
          </a:lstStyle>
          <a:p>
            <a:pPr lvl="0"/>
            <a:r>
              <a:rPr lang="en-US" dirty="0"/>
              <a:t>Tittle Here</a:t>
            </a:r>
          </a:p>
        </p:txBody>
      </p:sp>
      <p:sp>
        <p:nvSpPr>
          <p:cNvPr id="31" name="Text Placeholder 26">
            <a:extLst>
              <a:ext uri="{FF2B5EF4-FFF2-40B4-BE49-F238E27FC236}">
                <a16:creationId xmlns:a16="http://schemas.microsoft.com/office/drawing/2014/main" id="{BBF00F99-6EAD-4BDA-B55B-FF54CCBA51D5}"/>
              </a:ext>
            </a:extLst>
          </p:cNvPr>
          <p:cNvSpPr>
            <a:spLocks noGrp="1"/>
          </p:cNvSpPr>
          <p:nvPr>
            <p:ph type="body" sz="quarter" idx="18" hasCustomPrompt="1"/>
          </p:nvPr>
        </p:nvSpPr>
        <p:spPr>
          <a:xfrm>
            <a:off x="4024093" y="1173957"/>
            <a:ext cx="4135438" cy="436782"/>
          </a:xfrm>
        </p:spPr>
        <p:txBody>
          <a:bodyPr>
            <a:normAutofit/>
          </a:bodyPr>
          <a:lstStyle>
            <a:lvl1pPr marL="0" indent="0" algn="ctr">
              <a:lnSpc>
                <a:spcPct val="150000"/>
              </a:lnSpc>
              <a:buNone/>
              <a:defRPr sz="1200" b="0">
                <a:solidFill>
                  <a:schemeClr val="tx1"/>
                </a:solidFill>
                <a:latin typeface="+mn-lt"/>
              </a:defRPr>
            </a:lvl1pPr>
          </a:lstStyle>
          <a:p>
            <a:pPr lvl="0"/>
            <a:r>
              <a:rPr lang="en-US" dirty="0"/>
              <a:t>Subtitle Here</a:t>
            </a:r>
          </a:p>
        </p:txBody>
      </p:sp>
      <p:sp>
        <p:nvSpPr>
          <p:cNvPr id="37" name="Freeform 5">
            <a:extLst>
              <a:ext uri="{FF2B5EF4-FFF2-40B4-BE49-F238E27FC236}">
                <a16:creationId xmlns:a16="http://schemas.microsoft.com/office/drawing/2014/main" id="{8E933156-105A-47A6-A735-27F6E6B85AFB}"/>
              </a:ext>
            </a:extLst>
          </p:cNvPr>
          <p:cNvSpPr>
            <a:spLocks/>
          </p:cNvSpPr>
          <p:nvPr userDrawn="1"/>
        </p:nvSpPr>
        <p:spPr bwMode="auto">
          <a:xfrm>
            <a:off x="11342846" y="6005893"/>
            <a:ext cx="391954" cy="394907"/>
          </a:xfrm>
          <a:custGeom>
            <a:avLst/>
            <a:gdLst>
              <a:gd name="T0" fmla="*/ 743 w 810"/>
              <a:gd name="T1" fmla="*/ 810 h 810"/>
              <a:gd name="T2" fmla="*/ 67 w 810"/>
              <a:gd name="T3" fmla="*/ 810 h 810"/>
              <a:gd name="T4" fmla="*/ 0 w 810"/>
              <a:gd name="T5" fmla="*/ 743 h 810"/>
              <a:gd name="T6" fmla="*/ 0 w 810"/>
              <a:gd name="T7" fmla="*/ 66 h 810"/>
              <a:gd name="T8" fmla="*/ 67 w 810"/>
              <a:gd name="T9" fmla="*/ 0 h 810"/>
              <a:gd name="T10" fmla="*/ 743 w 810"/>
              <a:gd name="T11" fmla="*/ 0 h 810"/>
              <a:gd name="T12" fmla="*/ 810 w 810"/>
              <a:gd name="T13" fmla="*/ 66 h 810"/>
              <a:gd name="T14" fmla="*/ 810 w 810"/>
              <a:gd name="T15" fmla="*/ 743 h 810"/>
              <a:gd name="T16" fmla="*/ 743 w 810"/>
              <a:gd name="T17"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0" h="810">
                <a:moveTo>
                  <a:pt x="743" y="810"/>
                </a:moveTo>
                <a:cubicBezTo>
                  <a:pt x="67" y="810"/>
                  <a:pt x="67" y="810"/>
                  <a:pt x="67" y="810"/>
                </a:cubicBezTo>
                <a:cubicBezTo>
                  <a:pt x="30" y="810"/>
                  <a:pt x="0" y="780"/>
                  <a:pt x="0" y="743"/>
                </a:cubicBezTo>
                <a:cubicBezTo>
                  <a:pt x="0" y="66"/>
                  <a:pt x="0" y="66"/>
                  <a:pt x="0" y="66"/>
                </a:cubicBezTo>
                <a:cubicBezTo>
                  <a:pt x="0" y="30"/>
                  <a:pt x="30" y="0"/>
                  <a:pt x="67" y="0"/>
                </a:cubicBezTo>
                <a:cubicBezTo>
                  <a:pt x="743" y="0"/>
                  <a:pt x="743" y="0"/>
                  <a:pt x="743" y="0"/>
                </a:cubicBezTo>
                <a:cubicBezTo>
                  <a:pt x="780" y="0"/>
                  <a:pt x="810" y="30"/>
                  <a:pt x="810" y="66"/>
                </a:cubicBezTo>
                <a:cubicBezTo>
                  <a:pt x="810" y="743"/>
                  <a:pt x="810" y="743"/>
                  <a:pt x="810" y="743"/>
                </a:cubicBezTo>
                <a:cubicBezTo>
                  <a:pt x="810" y="780"/>
                  <a:pt x="780" y="810"/>
                  <a:pt x="743" y="810"/>
                </a:cubicBezTo>
                <a:close/>
              </a:path>
            </a:pathLst>
          </a:custGeom>
          <a:gradFill>
            <a:gsLst>
              <a:gs pos="0">
                <a:schemeClr val="accent1"/>
              </a:gs>
              <a:gs pos="74000">
                <a:schemeClr val="accent2"/>
              </a:gs>
              <a:gs pos="83000">
                <a:schemeClr val="accent2"/>
              </a:gs>
              <a:gs pos="100000">
                <a:schemeClr val="accent2"/>
              </a:gs>
            </a:gsLst>
            <a:lin ang="78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Slide Number Placeholder 5">
            <a:extLst>
              <a:ext uri="{FF2B5EF4-FFF2-40B4-BE49-F238E27FC236}">
                <a16:creationId xmlns:a16="http://schemas.microsoft.com/office/drawing/2014/main" id="{FAEE13A2-7EA3-496E-8EEE-ABE6A0A7B66A}"/>
              </a:ext>
            </a:extLst>
          </p:cNvPr>
          <p:cNvSpPr txBox="1">
            <a:spLocks/>
          </p:cNvSpPr>
          <p:nvPr userDrawn="1"/>
        </p:nvSpPr>
        <p:spPr>
          <a:xfrm>
            <a:off x="11261489" y="6005893"/>
            <a:ext cx="554668" cy="377849"/>
          </a:xfrm>
          <a:prstGeom prst="rect">
            <a:avLst/>
          </a:prstGeom>
        </p:spPr>
        <p:txBody>
          <a:bodyPr vert="horz" lIns="91440" tIns="45720" rIns="91440" bIns="45720" rtlCol="0" anchor="ctr"/>
          <a:lstStyle>
            <a:defPPr>
              <a:defRPr lang="id-ID"/>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96CAF5E-82FD-46C1-8113-274199A6E6F4}" type="slidenum">
              <a:rPr lang="id-ID" sz="1200" b="1" smtClean="0">
                <a:solidFill>
                  <a:schemeClr val="bg2"/>
                </a:solidFill>
                <a:latin typeface="+mj-lt"/>
              </a:rPr>
              <a:pPr algn="ctr"/>
              <a:t>‹#›</a:t>
            </a:fld>
            <a:endParaRPr lang="id-ID" sz="1200" b="1" dirty="0">
              <a:solidFill>
                <a:schemeClr val="bg2"/>
              </a:solidFill>
              <a:latin typeface="+mj-lt"/>
            </a:endParaRPr>
          </a:p>
        </p:txBody>
      </p:sp>
    </p:spTree>
    <p:extLst>
      <p:ext uri="{BB962C8B-B14F-4D97-AF65-F5344CB8AC3E}">
        <p14:creationId xmlns:p14="http://schemas.microsoft.com/office/powerpoint/2010/main" val="1149666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B53296E1-CE9A-4D5E-96AE-4BCC5D608184}"/>
              </a:ext>
            </a:extLst>
          </p:cNvPr>
          <p:cNvSpPr>
            <a:spLocks noGrp="1"/>
          </p:cNvSpPr>
          <p:nvPr>
            <p:ph type="pic" sz="quarter" idx="10"/>
          </p:nvPr>
        </p:nvSpPr>
        <p:spPr>
          <a:xfrm>
            <a:off x="4361412" y="2842953"/>
            <a:ext cx="3485804" cy="1939636"/>
          </a:xfrm>
        </p:spPr>
        <p:txBody>
          <a:bodyPr/>
          <a:lstStyle/>
          <a:p>
            <a:endParaRPr lang="en-US"/>
          </a:p>
        </p:txBody>
      </p:sp>
      <p:sp>
        <p:nvSpPr>
          <p:cNvPr id="10" name="Text Placeholder 26">
            <a:extLst>
              <a:ext uri="{FF2B5EF4-FFF2-40B4-BE49-F238E27FC236}">
                <a16:creationId xmlns:a16="http://schemas.microsoft.com/office/drawing/2014/main" id="{25ED1DE2-CB6E-43BF-93CE-5857D89AD746}"/>
              </a:ext>
            </a:extLst>
          </p:cNvPr>
          <p:cNvSpPr>
            <a:spLocks noGrp="1"/>
          </p:cNvSpPr>
          <p:nvPr>
            <p:ph type="body" sz="quarter" idx="17" hasCustomPrompt="1"/>
          </p:nvPr>
        </p:nvSpPr>
        <p:spPr>
          <a:xfrm>
            <a:off x="4024093" y="635580"/>
            <a:ext cx="4135438" cy="436782"/>
          </a:xfrm>
        </p:spPr>
        <p:txBody>
          <a:bodyPr>
            <a:normAutofit/>
          </a:bodyPr>
          <a:lstStyle>
            <a:lvl1pPr marL="0" indent="0" algn="ctr">
              <a:buNone/>
              <a:defRPr sz="2400" b="1">
                <a:solidFill>
                  <a:schemeClr val="bg2"/>
                </a:solidFill>
                <a:latin typeface="+mj-lt"/>
              </a:defRPr>
            </a:lvl1pPr>
          </a:lstStyle>
          <a:p>
            <a:pPr lvl="0"/>
            <a:r>
              <a:rPr lang="en-US" dirty="0"/>
              <a:t>Tittle Here</a:t>
            </a:r>
          </a:p>
        </p:txBody>
      </p:sp>
      <p:sp>
        <p:nvSpPr>
          <p:cNvPr id="11" name="Text Placeholder 26">
            <a:extLst>
              <a:ext uri="{FF2B5EF4-FFF2-40B4-BE49-F238E27FC236}">
                <a16:creationId xmlns:a16="http://schemas.microsoft.com/office/drawing/2014/main" id="{47E58195-9F39-4BCD-868A-40BC42CC6DB3}"/>
              </a:ext>
            </a:extLst>
          </p:cNvPr>
          <p:cNvSpPr>
            <a:spLocks noGrp="1"/>
          </p:cNvSpPr>
          <p:nvPr>
            <p:ph type="body" sz="quarter" idx="18" hasCustomPrompt="1"/>
          </p:nvPr>
        </p:nvSpPr>
        <p:spPr>
          <a:xfrm>
            <a:off x="4024093" y="1173957"/>
            <a:ext cx="4135438" cy="436782"/>
          </a:xfrm>
        </p:spPr>
        <p:txBody>
          <a:bodyPr>
            <a:normAutofit/>
          </a:bodyPr>
          <a:lstStyle>
            <a:lvl1pPr marL="0" indent="0" algn="ctr">
              <a:lnSpc>
                <a:spcPct val="150000"/>
              </a:lnSpc>
              <a:buNone/>
              <a:defRPr sz="1200" b="0">
                <a:solidFill>
                  <a:schemeClr val="tx1"/>
                </a:solidFill>
                <a:latin typeface="+mn-lt"/>
              </a:defRPr>
            </a:lvl1pPr>
          </a:lstStyle>
          <a:p>
            <a:pPr lvl="0"/>
            <a:r>
              <a:rPr lang="en-US" dirty="0"/>
              <a:t>Subtitle Here</a:t>
            </a:r>
          </a:p>
        </p:txBody>
      </p:sp>
      <p:sp>
        <p:nvSpPr>
          <p:cNvPr id="17" name="Freeform 5">
            <a:extLst>
              <a:ext uri="{FF2B5EF4-FFF2-40B4-BE49-F238E27FC236}">
                <a16:creationId xmlns:a16="http://schemas.microsoft.com/office/drawing/2014/main" id="{EFC33A90-7915-4A2F-BBF2-E68828024262}"/>
              </a:ext>
            </a:extLst>
          </p:cNvPr>
          <p:cNvSpPr>
            <a:spLocks/>
          </p:cNvSpPr>
          <p:nvPr userDrawn="1"/>
        </p:nvSpPr>
        <p:spPr bwMode="auto">
          <a:xfrm>
            <a:off x="11342846" y="6005893"/>
            <a:ext cx="391954" cy="394907"/>
          </a:xfrm>
          <a:custGeom>
            <a:avLst/>
            <a:gdLst>
              <a:gd name="T0" fmla="*/ 743 w 810"/>
              <a:gd name="T1" fmla="*/ 810 h 810"/>
              <a:gd name="T2" fmla="*/ 67 w 810"/>
              <a:gd name="T3" fmla="*/ 810 h 810"/>
              <a:gd name="T4" fmla="*/ 0 w 810"/>
              <a:gd name="T5" fmla="*/ 743 h 810"/>
              <a:gd name="T6" fmla="*/ 0 w 810"/>
              <a:gd name="T7" fmla="*/ 66 h 810"/>
              <a:gd name="T8" fmla="*/ 67 w 810"/>
              <a:gd name="T9" fmla="*/ 0 h 810"/>
              <a:gd name="T10" fmla="*/ 743 w 810"/>
              <a:gd name="T11" fmla="*/ 0 h 810"/>
              <a:gd name="T12" fmla="*/ 810 w 810"/>
              <a:gd name="T13" fmla="*/ 66 h 810"/>
              <a:gd name="T14" fmla="*/ 810 w 810"/>
              <a:gd name="T15" fmla="*/ 743 h 810"/>
              <a:gd name="T16" fmla="*/ 743 w 810"/>
              <a:gd name="T17"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0" h="810">
                <a:moveTo>
                  <a:pt x="743" y="810"/>
                </a:moveTo>
                <a:cubicBezTo>
                  <a:pt x="67" y="810"/>
                  <a:pt x="67" y="810"/>
                  <a:pt x="67" y="810"/>
                </a:cubicBezTo>
                <a:cubicBezTo>
                  <a:pt x="30" y="810"/>
                  <a:pt x="0" y="780"/>
                  <a:pt x="0" y="743"/>
                </a:cubicBezTo>
                <a:cubicBezTo>
                  <a:pt x="0" y="66"/>
                  <a:pt x="0" y="66"/>
                  <a:pt x="0" y="66"/>
                </a:cubicBezTo>
                <a:cubicBezTo>
                  <a:pt x="0" y="30"/>
                  <a:pt x="30" y="0"/>
                  <a:pt x="67" y="0"/>
                </a:cubicBezTo>
                <a:cubicBezTo>
                  <a:pt x="743" y="0"/>
                  <a:pt x="743" y="0"/>
                  <a:pt x="743" y="0"/>
                </a:cubicBezTo>
                <a:cubicBezTo>
                  <a:pt x="780" y="0"/>
                  <a:pt x="810" y="30"/>
                  <a:pt x="810" y="66"/>
                </a:cubicBezTo>
                <a:cubicBezTo>
                  <a:pt x="810" y="743"/>
                  <a:pt x="810" y="743"/>
                  <a:pt x="810" y="743"/>
                </a:cubicBezTo>
                <a:cubicBezTo>
                  <a:pt x="810" y="780"/>
                  <a:pt x="780" y="810"/>
                  <a:pt x="743" y="810"/>
                </a:cubicBezTo>
                <a:close/>
              </a:path>
            </a:pathLst>
          </a:custGeom>
          <a:gradFill>
            <a:gsLst>
              <a:gs pos="0">
                <a:schemeClr val="accent1"/>
              </a:gs>
              <a:gs pos="74000">
                <a:schemeClr val="accent2"/>
              </a:gs>
              <a:gs pos="83000">
                <a:schemeClr val="accent2"/>
              </a:gs>
              <a:gs pos="100000">
                <a:schemeClr val="accent2"/>
              </a:gs>
            </a:gsLst>
            <a:lin ang="78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Slide Number Placeholder 5">
            <a:extLst>
              <a:ext uri="{FF2B5EF4-FFF2-40B4-BE49-F238E27FC236}">
                <a16:creationId xmlns:a16="http://schemas.microsoft.com/office/drawing/2014/main" id="{0924C5EF-817E-4043-81D9-2BCF42E18001}"/>
              </a:ext>
            </a:extLst>
          </p:cNvPr>
          <p:cNvSpPr txBox="1">
            <a:spLocks/>
          </p:cNvSpPr>
          <p:nvPr userDrawn="1"/>
        </p:nvSpPr>
        <p:spPr>
          <a:xfrm>
            <a:off x="11261489" y="6005893"/>
            <a:ext cx="554668" cy="377849"/>
          </a:xfrm>
          <a:prstGeom prst="rect">
            <a:avLst/>
          </a:prstGeom>
        </p:spPr>
        <p:txBody>
          <a:bodyPr vert="horz" lIns="91440" tIns="45720" rIns="91440" bIns="45720" rtlCol="0" anchor="ctr"/>
          <a:lstStyle>
            <a:defPPr>
              <a:defRPr lang="id-ID"/>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96CAF5E-82FD-46C1-8113-274199A6E6F4}" type="slidenum">
              <a:rPr lang="id-ID" sz="1200" b="1" smtClean="0">
                <a:solidFill>
                  <a:schemeClr val="bg2"/>
                </a:solidFill>
                <a:latin typeface="+mj-lt"/>
              </a:rPr>
              <a:pPr algn="ctr"/>
              <a:t>‹#›</a:t>
            </a:fld>
            <a:endParaRPr lang="id-ID" sz="1200" b="1" dirty="0">
              <a:solidFill>
                <a:schemeClr val="bg2"/>
              </a:solidFill>
              <a:latin typeface="+mj-lt"/>
            </a:endParaRPr>
          </a:p>
        </p:txBody>
      </p:sp>
      <p:sp>
        <p:nvSpPr>
          <p:cNvPr id="23" name="Picture Placeholder 22">
            <a:extLst>
              <a:ext uri="{FF2B5EF4-FFF2-40B4-BE49-F238E27FC236}">
                <a16:creationId xmlns:a16="http://schemas.microsoft.com/office/drawing/2014/main" id="{3755B12F-8A4B-4621-92A7-A76385B32599}"/>
              </a:ext>
            </a:extLst>
          </p:cNvPr>
          <p:cNvSpPr>
            <a:spLocks noGrp="1"/>
          </p:cNvSpPr>
          <p:nvPr>
            <p:ph type="pic" sz="quarter" idx="19"/>
          </p:nvPr>
        </p:nvSpPr>
        <p:spPr>
          <a:xfrm>
            <a:off x="640933" y="4756379"/>
            <a:ext cx="730384" cy="730384"/>
          </a:xfrm>
          <a:custGeom>
            <a:avLst/>
            <a:gdLst>
              <a:gd name="connsiteX0" fmla="*/ 365192 w 730384"/>
              <a:gd name="connsiteY0" fmla="*/ 0 h 730384"/>
              <a:gd name="connsiteX1" fmla="*/ 730384 w 730384"/>
              <a:gd name="connsiteY1" fmla="*/ 365192 h 730384"/>
              <a:gd name="connsiteX2" fmla="*/ 365192 w 730384"/>
              <a:gd name="connsiteY2" fmla="*/ 730384 h 730384"/>
              <a:gd name="connsiteX3" fmla="*/ 0 w 730384"/>
              <a:gd name="connsiteY3" fmla="*/ 365192 h 730384"/>
              <a:gd name="connsiteX4" fmla="*/ 365192 w 730384"/>
              <a:gd name="connsiteY4" fmla="*/ 0 h 730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384" h="730384">
                <a:moveTo>
                  <a:pt x="365192" y="0"/>
                </a:moveTo>
                <a:cubicBezTo>
                  <a:pt x="566882" y="0"/>
                  <a:pt x="730384" y="163502"/>
                  <a:pt x="730384" y="365192"/>
                </a:cubicBezTo>
                <a:cubicBezTo>
                  <a:pt x="730384" y="566882"/>
                  <a:pt x="566882" y="730384"/>
                  <a:pt x="365192" y="730384"/>
                </a:cubicBezTo>
                <a:cubicBezTo>
                  <a:pt x="163502" y="730384"/>
                  <a:pt x="0" y="566882"/>
                  <a:pt x="0" y="365192"/>
                </a:cubicBezTo>
                <a:cubicBezTo>
                  <a:pt x="0" y="163502"/>
                  <a:pt x="163502" y="0"/>
                  <a:pt x="365192" y="0"/>
                </a:cubicBezTo>
                <a:close/>
              </a:path>
            </a:pathLst>
          </a:custGeom>
        </p:spPr>
        <p:txBody>
          <a:bodyPr wrap="square">
            <a:noAutofit/>
          </a:bodyPr>
          <a:lstStyle>
            <a:lvl1pPr>
              <a:defRPr sz="800"/>
            </a:lvl1pPr>
          </a:lstStyle>
          <a:p>
            <a:endParaRPr lang="en-US"/>
          </a:p>
        </p:txBody>
      </p:sp>
      <p:sp>
        <p:nvSpPr>
          <p:cNvPr id="25" name="Picture Placeholder 24">
            <a:extLst>
              <a:ext uri="{FF2B5EF4-FFF2-40B4-BE49-F238E27FC236}">
                <a16:creationId xmlns:a16="http://schemas.microsoft.com/office/drawing/2014/main" id="{59B64B53-BED1-41CA-829A-E85E20BB1725}"/>
              </a:ext>
            </a:extLst>
          </p:cNvPr>
          <p:cNvSpPr>
            <a:spLocks noGrp="1"/>
          </p:cNvSpPr>
          <p:nvPr>
            <p:ph type="pic" sz="quarter" idx="20"/>
          </p:nvPr>
        </p:nvSpPr>
        <p:spPr>
          <a:xfrm>
            <a:off x="10801122" y="4756379"/>
            <a:ext cx="730384" cy="730384"/>
          </a:xfrm>
          <a:custGeom>
            <a:avLst/>
            <a:gdLst>
              <a:gd name="connsiteX0" fmla="*/ 365192 w 730384"/>
              <a:gd name="connsiteY0" fmla="*/ 0 h 730384"/>
              <a:gd name="connsiteX1" fmla="*/ 730384 w 730384"/>
              <a:gd name="connsiteY1" fmla="*/ 365192 h 730384"/>
              <a:gd name="connsiteX2" fmla="*/ 365192 w 730384"/>
              <a:gd name="connsiteY2" fmla="*/ 730384 h 730384"/>
              <a:gd name="connsiteX3" fmla="*/ 0 w 730384"/>
              <a:gd name="connsiteY3" fmla="*/ 365192 h 730384"/>
              <a:gd name="connsiteX4" fmla="*/ 365192 w 730384"/>
              <a:gd name="connsiteY4" fmla="*/ 0 h 730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384" h="730384">
                <a:moveTo>
                  <a:pt x="365192" y="0"/>
                </a:moveTo>
                <a:cubicBezTo>
                  <a:pt x="566882" y="0"/>
                  <a:pt x="730384" y="163502"/>
                  <a:pt x="730384" y="365192"/>
                </a:cubicBezTo>
                <a:cubicBezTo>
                  <a:pt x="730384" y="566882"/>
                  <a:pt x="566882" y="730384"/>
                  <a:pt x="365192" y="730384"/>
                </a:cubicBezTo>
                <a:cubicBezTo>
                  <a:pt x="163502" y="730384"/>
                  <a:pt x="0" y="566882"/>
                  <a:pt x="0" y="365192"/>
                </a:cubicBezTo>
                <a:cubicBezTo>
                  <a:pt x="0" y="163502"/>
                  <a:pt x="163502" y="0"/>
                  <a:pt x="365192" y="0"/>
                </a:cubicBezTo>
                <a:close/>
              </a:path>
            </a:pathLst>
          </a:custGeom>
        </p:spPr>
        <p:txBody>
          <a:bodyPr wrap="square">
            <a:noAutofit/>
          </a:bodyPr>
          <a:lstStyle>
            <a:lvl1pPr>
              <a:defRPr sz="800"/>
            </a:lvl1pPr>
          </a:lstStyle>
          <a:p>
            <a:endParaRPr lang="en-US"/>
          </a:p>
        </p:txBody>
      </p:sp>
    </p:spTree>
    <p:extLst>
      <p:ext uri="{BB962C8B-B14F-4D97-AF65-F5344CB8AC3E}">
        <p14:creationId xmlns:p14="http://schemas.microsoft.com/office/powerpoint/2010/main" val="2478731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C809FB3-3E7F-4509-B19A-11F3FAA75D50}"/>
              </a:ext>
            </a:extLst>
          </p:cNvPr>
          <p:cNvSpPr>
            <a:spLocks noGrp="1"/>
          </p:cNvSpPr>
          <p:nvPr>
            <p:ph type="pic" sz="quarter" idx="10"/>
          </p:nvPr>
        </p:nvSpPr>
        <p:spPr>
          <a:xfrm>
            <a:off x="1219200" y="2478505"/>
            <a:ext cx="1903413" cy="2534654"/>
          </a:xfrm>
        </p:spPr>
        <p:txBody>
          <a:bodyPr>
            <a:normAutofit/>
          </a:bodyPr>
          <a:lstStyle>
            <a:lvl1pPr>
              <a:defRPr sz="800"/>
            </a:lvl1pPr>
          </a:lstStyle>
          <a:p>
            <a:endParaRPr lang="en-US"/>
          </a:p>
        </p:txBody>
      </p:sp>
      <p:sp>
        <p:nvSpPr>
          <p:cNvPr id="10" name="Picture Placeholder 8">
            <a:extLst>
              <a:ext uri="{FF2B5EF4-FFF2-40B4-BE49-F238E27FC236}">
                <a16:creationId xmlns:a16="http://schemas.microsoft.com/office/drawing/2014/main" id="{CF80FA55-D251-467C-A7AF-A127142D4E9F}"/>
              </a:ext>
            </a:extLst>
          </p:cNvPr>
          <p:cNvSpPr>
            <a:spLocks noGrp="1"/>
          </p:cNvSpPr>
          <p:nvPr>
            <p:ph type="pic" sz="quarter" idx="11"/>
          </p:nvPr>
        </p:nvSpPr>
        <p:spPr>
          <a:xfrm>
            <a:off x="2823412" y="3789947"/>
            <a:ext cx="870284" cy="1545592"/>
          </a:xfrm>
        </p:spPr>
        <p:txBody>
          <a:bodyPr>
            <a:normAutofit/>
          </a:bodyPr>
          <a:lstStyle>
            <a:lvl1pPr>
              <a:defRPr sz="800"/>
            </a:lvl1pPr>
          </a:lstStyle>
          <a:p>
            <a:endParaRPr lang="en-US"/>
          </a:p>
        </p:txBody>
      </p:sp>
      <p:sp>
        <p:nvSpPr>
          <p:cNvPr id="11" name="Text Placeholder 26">
            <a:extLst>
              <a:ext uri="{FF2B5EF4-FFF2-40B4-BE49-F238E27FC236}">
                <a16:creationId xmlns:a16="http://schemas.microsoft.com/office/drawing/2014/main" id="{4F712A3D-51DA-4012-9E29-9E9068F99DEC}"/>
              </a:ext>
            </a:extLst>
          </p:cNvPr>
          <p:cNvSpPr>
            <a:spLocks noGrp="1"/>
          </p:cNvSpPr>
          <p:nvPr>
            <p:ph type="body" sz="quarter" idx="17" hasCustomPrompt="1"/>
          </p:nvPr>
        </p:nvSpPr>
        <p:spPr>
          <a:xfrm>
            <a:off x="4024093" y="635580"/>
            <a:ext cx="4135438" cy="436782"/>
          </a:xfrm>
        </p:spPr>
        <p:txBody>
          <a:bodyPr>
            <a:normAutofit/>
          </a:bodyPr>
          <a:lstStyle>
            <a:lvl1pPr marL="0" indent="0" algn="ctr">
              <a:buNone/>
              <a:defRPr sz="2400" b="1">
                <a:solidFill>
                  <a:schemeClr val="bg2"/>
                </a:solidFill>
                <a:latin typeface="+mj-lt"/>
              </a:defRPr>
            </a:lvl1pPr>
          </a:lstStyle>
          <a:p>
            <a:pPr lvl="0"/>
            <a:r>
              <a:rPr lang="en-US" dirty="0"/>
              <a:t>Tittle Here</a:t>
            </a:r>
          </a:p>
        </p:txBody>
      </p:sp>
      <p:sp>
        <p:nvSpPr>
          <p:cNvPr id="12" name="Text Placeholder 26">
            <a:extLst>
              <a:ext uri="{FF2B5EF4-FFF2-40B4-BE49-F238E27FC236}">
                <a16:creationId xmlns:a16="http://schemas.microsoft.com/office/drawing/2014/main" id="{FC11C4DA-A1C5-4322-9C22-9792686FF490}"/>
              </a:ext>
            </a:extLst>
          </p:cNvPr>
          <p:cNvSpPr>
            <a:spLocks noGrp="1"/>
          </p:cNvSpPr>
          <p:nvPr>
            <p:ph type="body" sz="quarter" idx="18" hasCustomPrompt="1"/>
          </p:nvPr>
        </p:nvSpPr>
        <p:spPr>
          <a:xfrm>
            <a:off x="4024093" y="1173957"/>
            <a:ext cx="4135438" cy="436782"/>
          </a:xfrm>
        </p:spPr>
        <p:txBody>
          <a:bodyPr>
            <a:normAutofit/>
          </a:bodyPr>
          <a:lstStyle>
            <a:lvl1pPr marL="0" indent="0" algn="ctr">
              <a:lnSpc>
                <a:spcPct val="150000"/>
              </a:lnSpc>
              <a:buNone/>
              <a:defRPr sz="1200" b="0">
                <a:solidFill>
                  <a:schemeClr val="tx1"/>
                </a:solidFill>
                <a:latin typeface="+mn-lt"/>
              </a:defRPr>
            </a:lvl1pPr>
          </a:lstStyle>
          <a:p>
            <a:pPr lvl="0"/>
            <a:r>
              <a:rPr lang="en-US" dirty="0"/>
              <a:t>Subtitle Here</a:t>
            </a:r>
          </a:p>
        </p:txBody>
      </p:sp>
      <p:sp>
        <p:nvSpPr>
          <p:cNvPr id="18" name="Freeform 5">
            <a:extLst>
              <a:ext uri="{FF2B5EF4-FFF2-40B4-BE49-F238E27FC236}">
                <a16:creationId xmlns:a16="http://schemas.microsoft.com/office/drawing/2014/main" id="{BCB0A0E5-5686-4BCD-A187-C62D07BFE91C}"/>
              </a:ext>
            </a:extLst>
          </p:cNvPr>
          <p:cNvSpPr>
            <a:spLocks/>
          </p:cNvSpPr>
          <p:nvPr userDrawn="1"/>
        </p:nvSpPr>
        <p:spPr bwMode="auto">
          <a:xfrm>
            <a:off x="11342846" y="6005893"/>
            <a:ext cx="391954" cy="394907"/>
          </a:xfrm>
          <a:custGeom>
            <a:avLst/>
            <a:gdLst>
              <a:gd name="T0" fmla="*/ 743 w 810"/>
              <a:gd name="T1" fmla="*/ 810 h 810"/>
              <a:gd name="T2" fmla="*/ 67 w 810"/>
              <a:gd name="T3" fmla="*/ 810 h 810"/>
              <a:gd name="T4" fmla="*/ 0 w 810"/>
              <a:gd name="T5" fmla="*/ 743 h 810"/>
              <a:gd name="T6" fmla="*/ 0 w 810"/>
              <a:gd name="T7" fmla="*/ 66 h 810"/>
              <a:gd name="T8" fmla="*/ 67 w 810"/>
              <a:gd name="T9" fmla="*/ 0 h 810"/>
              <a:gd name="T10" fmla="*/ 743 w 810"/>
              <a:gd name="T11" fmla="*/ 0 h 810"/>
              <a:gd name="T12" fmla="*/ 810 w 810"/>
              <a:gd name="T13" fmla="*/ 66 h 810"/>
              <a:gd name="T14" fmla="*/ 810 w 810"/>
              <a:gd name="T15" fmla="*/ 743 h 810"/>
              <a:gd name="T16" fmla="*/ 743 w 810"/>
              <a:gd name="T17"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0" h="810">
                <a:moveTo>
                  <a:pt x="743" y="810"/>
                </a:moveTo>
                <a:cubicBezTo>
                  <a:pt x="67" y="810"/>
                  <a:pt x="67" y="810"/>
                  <a:pt x="67" y="810"/>
                </a:cubicBezTo>
                <a:cubicBezTo>
                  <a:pt x="30" y="810"/>
                  <a:pt x="0" y="780"/>
                  <a:pt x="0" y="743"/>
                </a:cubicBezTo>
                <a:cubicBezTo>
                  <a:pt x="0" y="66"/>
                  <a:pt x="0" y="66"/>
                  <a:pt x="0" y="66"/>
                </a:cubicBezTo>
                <a:cubicBezTo>
                  <a:pt x="0" y="30"/>
                  <a:pt x="30" y="0"/>
                  <a:pt x="67" y="0"/>
                </a:cubicBezTo>
                <a:cubicBezTo>
                  <a:pt x="743" y="0"/>
                  <a:pt x="743" y="0"/>
                  <a:pt x="743" y="0"/>
                </a:cubicBezTo>
                <a:cubicBezTo>
                  <a:pt x="780" y="0"/>
                  <a:pt x="810" y="30"/>
                  <a:pt x="810" y="66"/>
                </a:cubicBezTo>
                <a:cubicBezTo>
                  <a:pt x="810" y="743"/>
                  <a:pt x="810" y="743"/>
                  <a:pt x="810" y="743"/>
                </a:cubicBezTo>
                <a:cubicBezTo>
                  <a:pt x="810" y="780"/>
                  <a:pt x="780" y="810"/>
                  <a:pt x="743" y="810"/>
                </a:cubicBezTo>
                <a:close/>
              </a:path>
            </a:pathLst>
          </a:custGeom>
          <a:gradFill>
            <a:gsLst>
              <a:gs pos="0">
                <a:schemeClr val="accent1"/>
              </a:gs>
              <a:gs pos="74000">
                <a:schemeClr val="accent2"/>
              </a:gs>
              <a:gs pos="83000">
                <a:schemeClr val="accent2"/>
              </a:gs>
              <a:gs pos="100000">
                <a:schemeClr val="accent2"/>
              </a:gs>
            </a:gsLst>
            <a:lin ang="78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Slide Number Placeholder 5">
            <a:extLst>
              <a:ext uri="{FF2B5EF4-FFF2-40B4-BE49-F238E27FC236}">
                <a16:creationId xmlns:a16="http://schemas.microsoft.com/office/drawing/2014/main" id="{00858252-BDF2-4414-BCA2-DFDF396B8F24}"/>
              </a:ext>
            </a:extLst>
          </p:cNvPr>
          <p:cNvSpPr txBox="1">
            <a:spLocks/>
          </p:cNvSpPr>
          <p:nvPr userDrawn="1"/>
        </p:nvSpPr>
        <p:spPr>
          <a:xfrm>
            <a:off x="11261489" y="6005893"/>
            <a:ext cx="554668" cy="377849"/>
          </a:xfrm>
          <a:prstGeom prst="rect">
            <a:avLst/>
          </a:prstGeom>
        </p:spPr>
        <p:txBody>
          <a:bodyPr vert="horz" lIns="91440" tIns="45720" rIns="91440" bIns="45720" rtlCol="0" anchor="ctr"/>
          <a:lstStyle>
            <a:defPPr>
              <a:defRPr lang="id-ID"/>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96CAF5E-82FD-46C1-8113-274199A6E6F4}" type="slidenum">
              <a:rPr lang="id-ID" sz="1200" b="1" smtClean="0">
                <a:solidFill>
                  <a:schemeClr val="bg2"/>
                </a:solidFill>
                <a:latin typeface="+mj-lt"/>
              </a:rPr>
              <a:pPr algn="ctr"/>
              <a:t>‹#›</a:t>
            </a:fld>
            <a:endParaRPr lang="id-ID" sz="1200" b="1" dirty="0">
              <a:solidFill>
                <a:schemeClr val="bg2"/>
              </a:solidFill>
              <a:latin typeface="+mj-lt"/>
            </a:endParaRPr>
          </a:p>
        </p:txBody>
      </p:sp>
    </p:spTree>
    <p:extLst>
      <p:ext uri="{BB962C8B-B14F-4D97-AF65-F5344CB8AC3E}">
        <p14:creationId xmlns:p14="http://schemas.microsoft.com/office/powerpoint/2010/main" val="3961873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6203999-7D88-498B-B79E-60FBDDCD27CD}"/>
              </a:ext>
            </a:extLst>
          </p:cNvPr>
          <p:cNvSpPr>
            <a:spLocks noGrp="1"/>
          </p:cNvSpPr>
          <p:nvPr>
            <p:ph type="pic" sz="quarter" idx="10"/>
          </p:nvPr>
        </p:nvSpPr>
        <p:spPr>
          <a:xfrm>
            <a:off x="1054100" y="2355850"/>
            <a:ext cx="1751013" cy="3130550"/>
          </a:xfrm>
        </p:spPr>
        <p:txBody>
          <a:bodyPr/>
          <a:lstStyle/>
          <a:p>
            <a:endParaRPr lang="en-US"/>
          </a:p>
        </p:txBody>
      </p:sp>
      <p:sp>
        <p:nvSpPr>
          <p:cNvPr id="11" name="Text Placeholder 26">
            <a:extLst>
              <a:ext uri="{FF2B5EF4-FFF2-40B4-BE49-F238E27FC236}">
                <a16:creationId xmlns:a16="http://schemas.microsoft.com/office/drawing/2014/main" id="{553F3CB7-166A-42CC-8111-907176354803}"/>
              </a:ext>
            </a:extLst>
          </p:cNvPr>
          <p:cNvSpPr>
            <a:spLocks noGrp="1"/>
          </p:cNvSpPr>
          <p:nvPr>
            <p:ph type="body" sz="quarter" idx="17" hasCustomPrompt="1"/>
          </p:nvPr>
        </p:nvSpPr>
        <p:spPr>
          <a:xfrm>
            <a:off x="4024093" y="635580"/>
            <a:ext cx="4135438" cy="436782"/>
          </a:xfrm>
        </p:spPr>
        <p:txBody>
          <a:bodyPr>
            <a:normAutofit/>
          </a:bodyPr>
          <a:lstStyle>
            <a:lvl1pPr marL="0" indent="0" algn="ctr">
              <a:buNone/>
              <a:defRPr sz="2400" b="1">
                <a:solidFill>
                  <a:schemeClr val="bg2"/>
                </a:solidFill>
                <a:latin typeface="+mj-lt"/>
              </a:defRPr>
            </a:lvl1pPr>
          </a:lstStyle>
          <a:p>
            <a:pPr lvl="0"/>
            <a:r>
              <a:rPr lang="en-US" dirty="0"/>
              <a:t>Tittle Here</a:t>
            </a:r>
          </a:p>
        </p:txBody>
      </p:sp>
      <p:sp>
        <p:nvSpPr>
          <p:cNvPr id="12" name="Text Placeholder 26">
            <a:extLst>
              <a:ext uri="{FF2B5EF4-FFF2-40B4-BE49-F238E27FC236}">
                <a16:creationId xmlns:a16="http://schemas.microsoft.com/office/drawing/2014/main" id="{E3F72EC4-C13B-41F8-AFD1-40EBD4194FDA}"/>
              </a:ext>
            </a:extLst>
          </p:cNvPr>
          <p:cNvSpPr>
            <a:spLocks noGrp="1"/>
          </p:cNvSpPr>
          <p:nvPr>
            <p:ph type="body" sz="quarter" idx="18" hasCustomPrompt="1"/>
          </p:nvPr>
        </p:nvSpPr>
        <p:spPr>
          <a:xfrm>
            <a:off x="4024093" y="1173957"/>
            <a:ext cx="4135438" cy="436782"/>
          </a:xfrm>
        </p:spPr>
        <p:txBody>
          <a:bodyPr>
            <a:normAutofit/>
          </a:bodyPr>
          <a:lstStyle>
            <a:lvl1pPr marL="0" indent="0" algn="ctr">
              <a:lnSpc>
                <a:spcPct val="150000"/>
              </a:lnSpc>
              <a:buNone/>
              <a:defRPr sz="1200" b="0">
                <a:solidFill>
                  <a:schemeClr val="tx1"/>
                </a:solidFill>
                <a:latin typeface="+mn-lt"/>
              </a:defRPr>
            </a:lvl1pPr>
          </a:lstStyle>
          <a:p>
            <a:pPr lvl="0"/>
            <a:r>
              <a:rPr lang="en-US" dirty="0"/>
              <a:t>Subtitle Here</a:t>
            </a:r>
          </a:p>
        </p:txBody>
      </p:sp>
      <p:sp>
        <p:nvSpPr>
          <p:cNvPr id="18" name="Freeform 5">
            <a:extLst>
              <a:ext uri="{FF2B5EF4-FFF2-40B4-BE49-F238E27FC236}">
                <a16:creationId xmlns:a16="http://schemas.microsoft.com/office/drawing/2014/main" id="{893CD426-F4EA-43B0-B66C-0503AE0C9CF4}"/>
              </a:ext>
            </a:extLst>
          </p:cNvPr>
          <p:cNvSpPr>
            <a:spLocks/>
          </p:cNvSpPr>
          <p:nvPr userDrawn="1"/>
        </p:nvSpPr>
        <p:spPr bwMode="auto">
          <a:xfrm>
            <a:off x="11342846" y="6005893"/>
            <a:ext cx="391954" cy="394907"/>
          </a:xfrm>
          <a:custGeom>
            <a:avLst/>
            <a:gdLst>
              <a:gd name="T0" fmla="*/ 743 w 810"/>
              <a:gd name="T1" fmla="*/ 810 h 810"/>
              <a:gd name="T2" fmla="*/ 67 w 810"/>
              <a:gd name="T3" fmla="*/ 810 h 810"/>
              <a:gd name="T4" fmla="*/ 0 w 810"/>
              <a:gd name="T5" fmla="*/ 743 h 810"/>
              <a:gd name="T6" fmla="*/ 0 w 810"/>
              <a:gd name="T7" fmla="*/ 66 h 810"/>
              <a:gd name="T8" fmla="*/ 67 w 810"/>
              <a:gd name="T9" fmla="*/ 0 h 810"/>
              <a:gd name="T10" fmla="*/ 743 w 810"/>
              <a:gd name="T11" fmla="*/ 0 h 810"/>
              <a:gd name="T12" fmla="*/ 810 w 810"/>
              <a:gd name="T13" fmla="*/ 66 h 810"/>
              <a:gd name="T14" fmla="*/ 810 w 810"/>
              <a:gd name="T15" fmla="*/ 743 h 810"/>
              <a:gd name="T16" fmla="*/ 743 w 810"/>
              <a:gd name="T17"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0" h="810">
                <a:moveTo>
                  <a:pt x="743" y="810"/>
                </a:moveTo>
                <a:cubicBezTo>
                  <a:pt x="67" y="810"/>
                  <a:pt x="67" y="810"/>
                  <a:pt x="67" y="810"/>
                </a:cubicBezTo>
                <a:cubicBezTo>
                  <a:pt x="30" y="810"/>
                  <a:pt x="0" y="780"/>
                  <a:pt x="0" y="743"/>
                </a:cubicBezTo>
                <a:cubicBezTo>
                  <a:pt x="0" y="66"/>
                  <a:pt x="0" y="66"/>
                  <a:pt x="0" y="66"/>
                </a:cubicBezTo>
                <a:cubicBezTo>
                  <a:pt x="0" y="30"/>
                  <a:pt x="30" y="0"/>
                  <a:pt x="67" y="0"/>
                </a:cubicBezTo>
                <a:cubicBezTo>
                  <a:pt x="743" y="0"/>
                  <a:pt x="743" y="0"/>
                  <a:pt x="743" y="0"/>
                </a:cubicBezTo>
                <a:cubicBezTo>
                  <a:pt x="780" y="0"/>
                  <a:pt x="810" y="30"/>
                  <a:pt x="810" y="66"/>
                </a:cubicBezTo>
                <a:cubicBezTo>
                  <a:pt x="810" y="743"/>
                  <a:pt x="810" y="743"/>
                  <a:pt x="810" y="743"/>
                </a:cubicBezTo>
                <a:cubicBezTo>
                  <a:pt x="810" y="780"/>
                  <a:pt x="780" y="810"/>
                  <a:pt x="743" y="810"/>
                </a:cubicBezTo>
                <a:close/>
              </a:path>
            </a:pathLst>
          </a:custGeom>
          <a:gradFill>
            <a:gsLst>
              <a:gs pos="0">
                <a:schemeClr val="accent1"/>
              </a:gs>
              <a:gs pos="74000">
                <a:schemeClr val="accent2"/>
              </a:gs>
              <a:gs pos="83000">
                <a:schemeClr val="accent2"/>
              </a:gs>
              <a:gs pos="100000">
                <a:schemeClr val="accent2"/>
              </a:gs>
            </a:gsLst>
            <a:lin ang="78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Slide Number Placeholder 5">
            <a:extLst>
              <a:ext uri="{FF2B5EF4-FFF2-40B4-BE49-F238E27FC236}">
                <a16:creationId xmlns:a16="http://schemas.microsoft.com/office/drawing/2014/main" id="{ABEA0170-CFB3-4135-84EC-74F984C1D9A7}"/>
              </a:ext>
            </a:extLst>
          </p:cNvPr>
          <p:cNvSpPr txBox="1">
            <a:spLocks/>
          </p:cNvSpPr>
          <p:nvPr userDrawn="1"/>
        </p:nvSpPr>
        <p:spPr>
          <a:xfrm>
            <a:off x="11261489" y="6005893"/>
            <a:ext cx="554668" cy="377849"/>
          </a:xfrm>
          <a:prstGeom prst="rect">
            <a:avLst/>
          </a:prstGeom>
        </p:spPr>
        <p:txBody>
          <a:bodyPr vert="horz" lIns="91440" tIns="45720" rIns="91440" bIns="45720" rtlCol="0" anchor="ctr"/>
          <a:lstStyle>
            <a:defPPr>
              <a:defRPr lang="id-ID"/>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96CAF5E-82FD-46C1-8113-274199A6E6F4}" type="slidenum">
              <a:rPr lang="id-ID" sz="1200" b="1" smtClean="0">
                <a:solidFill>
                  <a:schemeClr val="bg2"/>
                </a:solidFill>
                <a:latin typeface="+mj-lt"/>
              </a:rPr>
              <a:pPr algn="ctr"/>
              <a:t>‹#›</a:t>
            </a:fld>
            <a:endParaRPr lang="id-ID" sz="1200" b="1" dirty="0">
              <a:solidFill>
                <a:schemeClr val="bg2"/>
              </a:solidFill>
              <a:latin typeface="+mj-lt"/>
            </a:endParaRPr>
          </a:p>
        </p:txBody>
      </p:sp>
      <p:sp>
        <p:nvSpPr>
          <p:cNvPr id="20" name="Picture Placeholder 8">
            <a:extLst>
              <a:ext uri="{FF2B5EF4-FFF2-40B4-BE49-F238E27FC236}">
                <a16:creationId xmlns:a16="http://schemas.microsoft.com/office/drawing/2014/main" id="{F72FAF9A-ED09-49E9-807A-BB5C9AFD4E50}"/>
              </a:ext>
            </a:extLst>
          </p:cNvPr>
          <p:cNvSpPr>
            <a:spLocks noGrp="1"/>
          </p:cNvSpPr>
          <p:nvPr>
            <p:ph type="pic" sz="quarter" idx="19"/>
          </p:nvPr>
        </p:nvSpPr>
        <p:spPr>
          <a:xfrm>
            <a:off x="1946061" y="4161414"/>
            <a:ext cx="3071592" cy="1751014"/>
          </a:xfrm>
        </p:spPr>
        <p:txBody>
          <a:bodyPr/>
          <a:lstStyle/>
          <a:p>
            <a:endParaRPr lang="en-US"/>
          </a:p>
        </p:txBody>
      </p:sp>
    </p:spTree>
    <p:extLst>
      <p:ext uri="{BB962C8B-B14F-4D97-AF65-F5344CB8AC3E}">
        <p14:creationId xmlns:p14="http://schemas.microsoft.com/office/powerpoint/2010/main" val="3494118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7" name="Text Placeholder 26">
            <a:extLst>
              <a:ext uri="{FF2B5EF4-FFF2-40B4-BE49-F238E27FC236}">
                <a16:creationId xmlns:a16="http://schemas.microsoft.com/office/drawing/2014/main" id="{0C6982B0-2A8A-482E-96B0-D6D8C5403D0B}"/>
              </a:ext>
            </a:extLst>
          </p:cNvPr>
          <p:cNvSpPr>
            <a:spLocks noGrp="1"/>
          </p:cNvSpPr>
          <p:nvPr>
            <p:ph type="body" sz="quarter" idx="17" hasCustomPrompt="1"/>
          </p:nvPr>
        </p:nvSpPr>
        <p:spPr>
          <a:xfrm>
            <a:off x="4024093" y="635580"/>
            <a:ext cx="4135438" cy="436782"/>
          </a:xfrm>
        </p:spPr>
        <p:txBody>
          <a:bodyPr>
            <a:normAutofit/>
          </a:bodyPr>
          <a:lstStyle>
            <a:lvl1pPr marL="0" indent="0" algn="ctr">
              <a:buNone/>
              <a:defRPr sz="2400" b="1">
                <a:solidFill>
                  <a:schemeClr val="bg2"/>
                </a:solidFill>
                <a:latin typeface="+mj-lt"/>
              </a:defRPr>
            </a:lvl1pPr>
          </a:lstStyle>
          <a:p>
            <a:pPr lvl="0"/>
            <a:r>
              <a:rPr lang="en-US" dirty="0"/>
              <a:t>Tittle Here</a:t>
            </a:r>
          </a:p>
        </p:txBody>
      </p:sp>
      <p:sp>
        <p:nvSpPr>
          <p:cNvPr id="18" name="Text Placeholder 26">
            <a:extLst>
              <a:ext uri="{FF2B5EF4-FFF2-40B4-BE49-F238E27FC236}">
                <a16:creationId xmlns:a16="http://schemas.microsoft.com/office/drawing/2014/main" id="{DCC20B2C-90F8-49BC-A73C-EDBF3C4AFB4C}"/>
              </a:ext>
            </a:extLst>
          </p:cNvPr>
          <p:cNvSpPr>
            <a:spLocks noGrp="1"/>
          </p:cNvSpPr>
          <p:nvPr>
            <p:ph type="body" sz="quarter" idx="18" hasCustomPrompt="1"/>
          </p:nvPr>
        </p:nvSpPr>
        <p:spPr>
          <a:xfrm>
            <a:off x="4024093" y="1173957"/>
            <a:ext cx="4135438" cy="436782"/>
          </a:xfrm>
        </p:spPr>
        <p:txBody>
          <a:bodyPr>
            <a:normAutofit/>
          </a:bodyPr>
          <a:lstStyle>
            <a:lvl1pPr marL="0" indent="0" algn="ctr">
              <a:lnSpc>
                <a:spcPct val="150000"/>
              </a:lnSpc>
              <a:buNone/>
              <a:defRPr sz="1200" b="0">
                <a:solidFill>
                  <a:schemeClr val="tx1"/>
                </a:solidFill>
                <a:latin typeface="+mn-lt"/>
              </a:defRPr>
            </a:lvl1pPr>
          </a:lstStyle>
          <a:p>
            <a:pPr lvl="0"/>
            <a:r>
              <a:rPr lang="en-US" dirty="0"/>
              <a:t>Subtitle Here</a:t>
            </a:r>
          </a:p>
        </p:txBody>
      </p:sp>
      <p:sp>
        <p:nvSpPr>
          <p:cNvPr id="24" name="Freeform 5">
            <a:extLst>
              <a:ext uri="{FF2B5EF4-FFF2-40B4-BE49-F238E27FC236}">
                <a16:creationId xmlns:a16="http://schemas.microsoft.com/office/drawing/2014/main" id="{6ED25BC1-AE86-447F-93A9-432A7651C484}"/>
              </a:ext>
            </a:extLst>
          </p:cNvPr>
          <p:cNvSpPr>
            <a:spLocks/>
          </p:cNvSpPr>
          <p:nvPr userDrawn="1"/>
        </p:nvSpPr>
        <p:spPr bwMode="auto">
          <a:xfrm>
            <a:off x="11342846" y="6005893"/>
            <a:ext cx="391954" cy="394907"/>
          </a:xfrm>
          <a:custGeom>
            <a:avLst/>
            <a:gdLst>
              <a:gd name="T0" fmla="*/ 743 w 810"/>
              <a:gd name="T1" fmla="*/ 810 h 810"/>
              <a:gd name="T2" fmla="*/ 67 w 810"/>
              <a:gd name="T3" fmla="*/ 810 h 810"/>
              <a:gd name="T4" fmla="*/ 0 w 810"/>
              <a:gd name="T5" fmla="*/ 743 h 810"/>
              <a:gd name="T6" fmla="*/ 0 w 810"/>
              <a:gd name="T7" fmla="*/ 66 h 810"/>
              <a:gd name="T8" fmla="*/ 67 w 810"/>
              <a:gd name="T9" fmla="*/ 0 h 810"/>
              <a:gd name="T10" fmla="*/ 743 w 810"/>
              <a:gd name="T11" fmla="*/ 0 h 810"/>
              <a:gd name="T12" fmla="*/ 810 w 810"/>
              <a:gd name="T13" fmla="*/ 66 h 810"/>
              <a:gd name="T14" fmla="*/ 810 w 810"/>
              <a:gd name="T15" fmla="*/ 743 h 810"/>
              <a:gd name="T16" fmla="*/ 743 w 810"/>
              <a:gd name="T17"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0" h="810">
                <a:moveTo>
                  <a:pt x="743" y="810"/>
                </a:moveTo>
                <a:cubicBezTo>
                  <a:pt x="67" y="810"/>
                  <a:pt x="67" y="810"/>
                  <a:pt x="67" y="810"/>
                </a:cubicBezTo>
                <a:cubicBezTo>
                  <a:pt x="30" y="810"/>
                  <a:pt x="0" y="780"/>
                  <a:pt x="0" y="743"/>
                </a:cubicBezTo>
                <a:cubicBezTo>
                  <a:pt x="0" y="66"/>
                  <a:pt x="0" y="66"/>
                  <a:pt x="0" y="66"/>
                </a:cubicBezTo>
                <a:cubicBezTo>
                  <a:pt x="0" y="30"/>
                  <a:pt x="30" y="0"/>
                  <a:pt x="67" y="0"/>
                </a:cubicBezTo>
                <a:cubicBezTo>
                  <a:pt x="743" y="0"/>
                  <a:pt x="743" y="0"/>
                  <a:pt x="743" y="0"/>
                </a:cubicBezTo>
                <a:cubicBezTo>
                  <a:pt x="780" y="0"/>
                  <a:pt x="810" y="30"/>
                  <a:pt x="810" y="66"/>
                </a:cubicBezTo>
                <a:cubicBezTo>
                  <a:pt x="810" y="743"/>
                  <a:pt x="810" y="743"/>
                  <a:pt x="810" y="743"/>
                </a:cubicBezTo>
                <a:cubicBezTo>
                  <a:pt x="810" y="780"/>
                  <a:pt x="780" y="810"/>
                  <a:pt x="743" y="810"/>
                </a:cubicBezTo>
                <a:close/>
              </a:path>
            </a:pathLst>
          </a:custGeom>
          <a:gradFill>
            <a:gsLst>
              <a:gs pos="0">
                <a:schemeClr val="accent1"/>
              </a:gs>
              <a:gs pos="74000">
                <a:schemeClr val="accent2"/>
              </a:gs>
              <a:gs pos="83000">
                <a:schemeClr val="accent2"/>
              </a:gs>
              <a:gs pos="100000">
                <a:schemeClr val="accent2"/>
              </a:gs>
            </a:gsLst>
            <a:lin ang="78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Slide Number Placeholder 5">
            <a:extLst>
              <a:ext uri="{FF2B5EF4-FFF2-40B4-BE49-F238E27FC236}">
                <a16:creationId xmlns:a16="http://schemas.microsoft.com/office/drawing/2014/main" id="{05B22A55-199E-4358-A1AE-157E6EA6B762}"/>
              </a:ext>
            </a:extLst>
          </p:cNvPr>
          <p:cNvSpPr txBox="1">
            <a:spLocks/>
          </p:cNvSpPr>
          <p:nvPr userDrawn="1"/>
        </p:nvSpPr>
        <p:spPr>
          <a:xfrm>
            <a:off x="11261489" y="6005893"/>
            <a:ext cx="554668" cy="377849"/>
          </a:xfrm>
          <a:prstGeom prst="rect">
            <a:avLst/>
          </a:prstGeom>
        </p:spPr>
        <p:txBody>
          <a:bodyPr vert="horz" lIns="91440" tIns="45720" rIns="91440" bIns="45720" rtlCol="0" anchor="ctr"/>
          <a:lstStyle>
            <a:defPPr>
              <a:defRPr lang="id-ID"/>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96CAF5E-82FD-46C1-8113-274199A6E6F4}" type="slidenum">
              <a:rPr lang="id-ID" sz="1200" b="1" smtClean="0">
                <a:solidFill>
                  <a:schemeClr val="bg2"/>
                </a:solidFill>
                <a:latin typeface="+mj-lt"/>
              </a:rPr>
              <a:pPr algn="ctr"/>
              <a:t>‹#›</a:t>
            </a:fld>
            <a:endParaRPr lang="id-ID" sz="1200" b="1" dirty="0">
              <a:solidFill>
                <a:schemeClr val="bg2"/>
              </a:solidFill>
              <a:latin typeface="+mj-lt"/>
            </a:endParaRPr>
          </a:p>
        </p:txBody>
      </p:sp>
    </p:spTree>
    <p:extLst>
      <p:ext uri="{BB962C8B-B14F-4D97-AF65-F5344CB8AC3E}">
        <p14:creationId xmlns:p14="http://schemas.microsoft.com/office/powerpoint/2010/main" val="987383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E19F65B0-0743-4B38-84EF-6C622D7DC531}"/>
              </a:ext>
            </a:extLst>
          </p:cNvPr>
          <p:cNvSpPr>
            <a:spLocks noGrp="1"/>
          </p:cNvSpPr>
          <p:nvPr>
            <p:ph type="pic" sz="quarter" idx="10"/>
          </p:nvPr>
        </p:nvSpPr>
        <p:spPr>
          <a:xfrm>
            <a:off x="1" y="0"/>
            <a:ext cx="12192000" cy="4854380"/>
          </a:xfrm>
        </p:spPr>
        <p:txBody>
          <a:bodyPr/>
          <a:lstStyle/>
          <a:p>
            <a:endParaRPr lang="en-US"/>
          </a:p>
        </p:txBody>
      </p:sp>
    </p:spTree>
    <p:extLst>
      <p:ext uri="{BB962C8B-B14F-4D97-AF65-F5344CB8AC3E}">
        <p14:creationId xmlns:p14="http://schemas.microsoft.com/office/powerpoint/2010/main" val="1205215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AD077879-4032-4273-B4BC-D70EA8EBC205}"/>
              </a:ext>
            </a:extLst>
          </p:cNvPr>
          <p:cNvSpPr>
            <a:spLocks noGrp="1"/>
          </p:cNvSpPr>
          <p:nvPr>
            <p:ph type="pic" sz="quarter" idx="10"/>
          </p:nvPr>
        </p:nvSpPr>
        <p:spPr>
          <a:xfrm>
            <a:off x="1" y="0"/>
            <a:ext cx="12192000" cy="6858000"/>
          </a:xfrm>
        </p:spPr>
        <p:txBody>
          <a:bodyPr/>
          <a:lstStyle/>
          <a:p>
            <a:endParaRPr lang="en-US"/>
          </a:p>
        </p:txBody>
      </p:sp>
    </p:spTree>
    <p:extLst>
      <p:ext uri="{BB962C8B-B14F-4D97-AF65-F5344CB8AC3E}">
        <p14:creationId xmlns:p14="http://schemas.microsoft.com/office/powerpoint/2010/main" val="1212421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76225"/>
            <a:ext cx="10515600" cy="779463"/>
          </a:xfrm>
        </p:spPr>
        <p:txBody>
          <a:bodyPr>
            <a:normAutofit/>
          </a:bodyPr>
          <a:lstStyle>
            <a:lvl1pPr>
              <a:defRPr sz="3200" cap="all" baseline="0">
                <a:solidFill>
                  <a:srgbClr val="C00000"/>
                </a:solidFill>
                <a:latin typeface="+mn-lt"/>
              </a:defRPr>
            </a:lvl1pPr>
          </a:lstStyle>
          <a:p>
            <a:r>
              <a:rPr lang="en-US" dirty="0"/>
              <a:t>Click to edit Master title style</a:t>
            </a:r>
            <a:endParaRPr lang="en-ZA" dirty="0"/>
          </a:p>
        </p:txBody>
      </p:sp>
      <p:sp>
        <p:nvSpPr>
          <p:cNvPr id="3" name="Content Placeholder 2"/>
          <p:cNvSpPr>
            <a:spLocks noGrp="1"/>
          </p:cNvSpPr>
          <p:nvPr>
            <p:ph idx="1"/>
          </p:nvPr>
        </p:nvSpPr>
        <p:spPr>
          <a:xfrm>
            <a:off x="838200" y="1341437"/>
            <a:ext cx="10515600" cy="4351338"/>
          </a:xfrm>
        </p:spPr>
        <p:txBody>
          <a:bodyPr/>
          <a:lstStyle>
            <a:lvl1pPr>
              <a:defRPr>
                <a:solidFill>
                  <a:schemeClr val="bg1">
                    <a:lumMod val="50000"/>
                  </a:schemeClr>
                </a:solidFill>
                <a:latin typeface="+mn-lt"/>
              </a:defRPr>
            </a:lvl1pPr>
            <a:lvl2pPr>
              <a:defRPr>
                <a:solidFill>
                  <a:schemeClr val="bg1">
                    <a:lumMod val="50000"/>
                  </a:schemeClr>
                </a:solidFill>
                <a:latin typeface="+mn-lt"/>
              </a:defRPr>
            </a:lvl2pPr>
            <a:lvl3pPr>
              <a:defRPr>
                <a:solidFill>
                  <a:schemeClr val="bg1">
                    <a:lumMod val="50000"/>
                  </a:schemeClr>
                </a:solidFill>
                <a:latin typeface="+mn-lt"/>
              </a:defRPr>
            </a:lvl3pPr>
            <a:lvl4pPr>
              <a:defRPr>
                <a:solidFill>
                  <a:schemeClr val="bg1">
                    <a:lumMod val="50000"/>
                  </a:schemeClr>
                </a:solidFill>
                <a:latin typeface="+mn-lt"/>
              </a:defRPr>
            </a:lvl4pPr>
            <a:lvl5pPr>
              <a:defRPr>
                <a:solidFill>
                  <a:schemeClr val="bg1">
                    <a:lumMod val="50000"/>
                  </a:schemeClr>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5" name="Footer Placeholder 4"/>
          <p:cNvSpPr>
            <a:spLocks noGrp="1"/>
          </p:cNvSpPr>
          <p:nvPr>
            <p:ph type="ftr" sz="quarter" idx="11"/>
          </p:nvPr>
        </p:nvSpPr>
        <p:spPr/>
        <p:txBody>
          <a:bodyPr/>
          <a:lstStyle/>
          <a:p>
            <a:r>
              <a:rPr lang="en-ZA" dirty="0"/>
              <a:t>CSG CIS Revamp Project | Spatial Session</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34357" y="6343650"/>
            <a:ext cx="2170541" cy="334884"/>
          </a:xfrm>
          <a:prstGeom prst="rect">
            <a:avLst/>
          </a:prstGeom>
        </p:spPr>
      </p:pic>
      <p:pic>
        <p:nvPicPr>
          <p:cNvPr id="12" name="Picture 1">
            <a:extLst>
              <a:ext uri="{FF2B5EF4-FFF2-40B4-BE49-F238E27FC236}">
                <a16:creationId xmlns:a16="http://schemas.microsoft.com/office/drawing/2014/main" id="{BCAE38CA-36A8-49A6-A686-A788B8A2CB7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3051" y="6081475"/>
            <a:ext cx="1480000" cy="6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795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9C306C-2720-4FD0-809A-6A109E4E1E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7806DE-21E7-4820-9914-465DFE406E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E7D621-CDE6-439B-806A-EF76DD11BA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49FB35-45A6-4750-BE9F-FABF3D2D0AFB}" type="datetimeFigureOut">
              <a:rPr lang="en-US" smtClean="0"/>
              <a:t>10/17/2018</a:t>
            </a:fld>
            <a:endParaRPr lang="en-US"/>
          </a:p>
        </p:txBody>
      </p:sp>
      <p:sp>
        <p:nvSpPr>
          <p:cNvPr id="5" name="Footer Placeholder 4">
            <a:extLst>
              <a:ext uri="{FF2B5EF4-FFF2-40B4-BE49-F238E27FC236}">
                <a16:creationId xmlns:a16="http://schemas.microsoft.com/office/drawing/2014/main" id="{1D0F9946-8117-45CE-875A-B859CB720A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B53D87-F264-495E-9DA8-E434E0790B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CF3D4E-0DB8-46E0-A716-A4C399F3E0EB}" type="slidenum">
              <a:rPr lang="en-US" smtClean="0"/>
              <a:t>‹#›</a:t>
            </a:fld>
            <a:endParaRPr lang="en-US"/>
          </a:p>
        </p:txBody>
      </p:sp>
    </p:spTree>
    <p:extLst>
      <p:ext uri="{BB962C8B-B14F-4D97-AF65-F5344CB8AC3E}">
        <p14:creationId xmlns:p14="http://schemas.microsoft.com/office/powerpoint/2010/main" val="759613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1" r:id="rId4"/>
    <p:sldLayoutId id="2147483652"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hyperlink" Target="Munexport%20export%20tool%20example%20screenshot.pdf" TargetMode="Externa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6444869" y="1"/>
            <a:ext cx="5747132" cy="3048000"/>
          </a:xfrm>
          <a:prstGeom prst="rect">
            <a:avLst/>
          </a:prstGeom>
        </p:spPr>
      </p:pic>
      <p:sp>
        <p:nvSpPr>
          <p:cNvPr id="5" name="TextBox 4"/>
          <p:cNvSpPr txBox="1"/>
          <p:nvPr/>
        </p:nvSpPr>
        <p:spPr>
          <a:xfrm>
            <a:off x="1" y="2906973"/>
            <a:ext cx="11941790" cy="707886"/>
          </a:xfrm>
          <a:prstGeom prst="rect">
            <a:avLst/>
          </a:prstGeom>
          <a:noFill/>
        </p:spPr>
        <p:txBody>
          <a:bodyPr wrap="square" rtlCol="0">
            <a:spAutoFit/>
          </a:bodyPr>
          <a:lstStyle>
            <a:defPPr>
              <a:defRPr lang="en-US"/>
            </a:defPPr>
            <a:lvl1pPr algn="ctr">
              <a:defRPr sz="4000">
                <a:solidFill>
                  <a:srgbClr val="C00000"/>
                </a:solidFill>
              </a:defRPr>
            </a:lvl1pPr>
          </a:lstStyle>
          <a:p>
            <a:pPr algn="r"/>
            <a:r>
              <a:rPr lang="en-ZA" dirty="0">
                <a:cs typeface="Calibri" panose="020F0502020204030204" pitchFamily="34" charset="0"/>
              </a:rPr>
              <a:t>User Sessions | Spatial</a:t>
            </a:r>
          </a:p>
        </p:txBody>
      </p:sp>
      <p:sp>
        <p:nvSpPr>
          <p:cNvPr id="6" name="TextBox 5"/>
          <p:cNvSpPr txBox="1"/>
          <p:nvPr/>
        </p:nvSpPr>
        <p:spPr>
          <a:xfrm>
            <a:off x="1" y="3755409"/>
            <a:ext cx="11941790" cy="338554"/>
          </a:xfrm>
          <a:prstGeom prst="rect">
            <a:avLst/>
          </a:prstGeom>
          <a:noFill/>
        </p:spPr>
        <p:txBody>
          <a:bodyPr wrap="square" rtlCol="0">
            <a:spAutoFit/>
          </a:bodyPr>
          <a:lstStyle/>
          <a:p>
            <a:pPr algn="r"/>
            <a:r>
              <a:rPr lang="en-ZA" sz="1600" dirty="0">
                <a:solidFill>
                  <a:schemeClr val="bg1">
                    <a:lumMod val="65000"/>
                  </a:schemeClr>
                </a:solidFill>
                <a:cs typeface="Calibri" panose="020F0502020204030204" pitchFamily="34" charset="0"/>
              </a:rPr>
              <a:t>CSG CIS Revamp Project</a:t>
            </a:r>
          </a:p>
        </p:txBody>
      </p:sp>
      <p:sp>
        <p:nvSpPr>
          <p:cNvPr id="2" name="Slide Number Placeholder 1"/>
          <p:cNvSpPr>
            <a:spLocks noGrp="1"/>
          </p:cNvSpPr>
          <p:nvPr>
            <p:ph type="sldNum" sz="quarter" idx="4294967295"/>
          </p:nvPr>
        </p:nvSpPr>
        <p:spPr>
          <a:xfrm>
            <a:off x="4555434" y="6356350"/>
            <a:ext cx="2743200" cy="365125"/>
          </a:xfrm>
        </p:spPr>
        <p:txBody>
          <a:bodyPr/>
          <a:lstStyle/>
          <a:p>
            <a:fld id="{8152C3D4-90BA-4F7F-8FA6-8BB834597538}" type="slidenum">
              <a:rPr lang="en-ZA" smtClean="0"/>
              <a:t>1</a:t>
            </a:fld>
            <a:endParaRPr lang="en-ZA"/>
          </a:p>
        </p:txBody>
      </p:sp>
    </p:spTree>
    <p:extLst>
      <p:ext uri="{BB962C8B-B14F-4D97-AF65-F5344CB8AC3E}">
        <p14:creationId xmlns:p14="http://schemas.microsoft.com/office/powerpoint/2010/main" val="484952571"/>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B9B01-C47C-4AB4-B74A-EF787D602793}"/>
              </a:ext>
            </a:extLst>
          </p:cNvPr>
          <p:cNvSpPr>
            <a:spLocks noGrp="1"/>
          </p:cNvSpPr>
          <p:nvPr>
            <p:ph type="title"/>
          </p:nvPr>
        </p:nvSpPr>
        <p:spPr/>
        <p:txBody>
          <a:bodyPr/>
          <a:lstStyle/>
          <a:p>
            <a:r>
              <a:rPr lang="en-ZA" dirty="0"/>
              <a:t>Spatial | scope</a:t>
            </a:r>
          </a:p>
        </p:txBody>
      </p:sp>
      <p:grpSp>
        <p:nvGrpSpPr>
          <p:cNvPr id="40" name="Group 39">
            <a:extLst>
              <a:ext uri="{FF2B5EF4-FFF2-40B4-BE49-F238E27FC236}">
                <a16:creationId xmlns:a16="http://schemas.microsoft.com/office/drawing/2014/main" id="{C9606D5B-EE62-4ABB-9376-04E6650E5CDB}"/>
              </a:ext>
            </a:extLst>
          </p:cNvPr>
          <p:cNvGrpSpPr/>
          <p:nvPr/>
        </p:nvGrpSpPr>
        <p:grpSpPr>
          <a:xfrm>
            <a:off x="2054157" y="1143000"/>
            <a:ext cx="8083686" cy="4572000"/>
            <a:chOff x="606956" y="1076988"/>
            <a:chExt cx="8083686" cy="4572000"/>
          </a:xfrm>
        </p:grpSpPr>
        <p:sp>
          <p:nvSpPr>
            <p:cNvPr id="41" name="TextBox 40">
              <a:extLst>
                <a:ext uri="{FF2B5EF4-FFF2-40B4-BE49-F238E27FC236}">
                  <a16:creationId xmlns:a16="http://schemas.microsoft.com/office/drawing/2014/main" id="{2C941F57-FBEA-4283-B40B-7CB8E3307845}"/>
                </a:ext>
              </a:extLst>
            </p:cNvPr>
            <p:cNvSpPr txBox="1"/>
            <p:nvPr/>
          </p:nvSpPr>
          <p:spPr>
            <a:xfrm>
              <a:off x="7696200" y="2734280"/>
              <a:ext cx="994442"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ZA" sz="2000" b="0" i="0" u="none" strike="noStrike" kern="0" cap="none" spc="0" normalizeH="0" baseline="0" noProof="0" dirty="0">
                  <a:ln>
                    <a:noFill/>
                  </a:ln>
                  <a:solidFill>
                    <a:srgbClr val="9BBB59">
                      <a:lumMod val="50000"/>
                    </a:srgbClr>
                  </a:solidFill>
                  <a:effectLst/>
                  <a:uLnTx/>
                  <a:uFillTx/>
                  <a:latin typeface="Calibri"/>
                </a:rPr>
                <a:t>6 Tiers</a:t>
              </a:r>
            </a:p>
          </p:txBody>
        </p:sp>
        <p:sp>
          <p:nvSpPr>
            <p:cNvPr id="42" name="TextBox 41">
              <a:extLst>
                <a:ext uri="{FF2B5EF4-FFF2-40B4-BE49-F238E27FC236}">
                  <a16:creationId xmlns:a16="http://schemas.microsoft.com/office/drawing/2014/main" id="{4B01D0DE-6DED-4BF5-B7A0-39248A48ED78}"/>
                </a:ext>
              </a:extLst>
            </p:cNvPr>
            <p:cNvSpPr txBox="1"/>
            <p:nvPr/>
          </p:nvSpPr>
          <p:spPr>
            <a:xfrm>
              <a:off x="7110786" y="1646107"/>
              <a:ext cx="516422" cy="4002881"/>
            </a:xfrm>
            <a:prstGeom prst="rect">
              <a:avLst/>
            </a:prstGeom>
            <a:noFill/>
          </p:spPr>
          <p:txBody>
            <a:bodyPr vert="vert"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ZA" sz="2400" b="1" i="0" u="none" strike="noStrike" kern="0" cap="none" spc="0" normalizeH="0" baseline="0" noProof="0" dirty="0">
                  <a:ln>
                    <a:noFill/>
                  </a:ln>
                  <a:solidFill>
                    <a:srgbClr val="9BBB59">
                      <a:lumMod val="50000"/>
                    </a:srgbClr>
                  </a:solidFill>
                  <a:effectLst/>
                  <a:uLnTx/>
                  <a:uFillTx/>
                  <a:latin typeface="Calibri"/>
                </a:rPr>
                <a:t>CIS REVAMP  SCOPE</a:t>
              </a:r>
            </a:p>
          </p:txBody>
        </p:sp>
        <p:sp>
          <p:nvSpPr>
            <p:cNvPr id="43" name="Rectangle 42">
              <a:extLst>
                <a:ext uri="{FF2B5EF4-FFF2-40B4-BE49-F238E27FC236}">
                  <a16:creationId xmlns:a16="http://schemas.microsoft.com/office/drawing/2014/main" id="{EB926A99-E1C5-423B-B999-FFA69549A837}"/>
                </a:ext>
              </a:extLst>
            </p:cNvPr>
            <p:cNvSpPr/>
            <p:nvPr/>
          </p:nvSpPr>
          <p:spPr>
            <a:xfrm>
              <a:off x="5894371" y="3891245"/>
              <a:ext cx="443947" cy="1038225"/>
            </a:xfrm>
            <a:prstGeom prst="rect">
              <a:avLst/>
            </a:prstGeom>
            <a:solidFill>
              <a:srgbClr val="F79646">
                <a:lumMod val="75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800" b="0" i="0" u="none" strike="noStrike" kern="0" cap="none" spc="0" normalizeH="0" baseline="0" noProof="0" dirty="0">
                  <a:ln>
                    <a:noFill/>
                  </a:ln>
                  <a:solidFill>
                    <a:prstClr val="white"/>
                  </a:solidFill>
                  <a:effectLst/>
                  <a:uLnTx/>
                  <a:uFillTx/>
                  <a:latin typeface="Calibri"/>
                  <a:ea typeface="+mn-ea"/>
                  <a:cs typeface="+mn-cs"/>
                </a:rPr>
                <a:t>Internal</a:t>
              </a:r>
            </a:p>
          </p:txBody>
        </p:sp>
        <p:sp>
          <p:nvSpPr>
            <p:cNvPr id="44" name="Rectangle 43">
              <a:extLst>
                <a:ext uri="{FF2B5EF4-FFF2-40B4-BE49-F238E27FC236}">
                  <a16:creationId xmlns:a16="http://schemas.microsoft.com/office/drawing/2014/main" id="{E28AEB46-C564-417A-A91D-A9010B7FDCAB}"/>
                </a:ext>
              </a:extLst>
            </p:cNvPr>
            <p:cNvSpPr/>
            <p:nvPr/>
          </p:nvSpPr>
          <p:spPr>
            <a:xfrm>
              <a:off x="1676871" y="3882103"/>
              <a:ext cx="4226379" cy="1038225"/>
            </a:xfrm>
            <a:prstGeom prst="rect">
              <a:avLst/>
            </a:prstGeom>
            <a:solidFill>
              <a:srgbClr val="9BBB59">
                <a:lumMod val="75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800" b="0" i="0" u="none" strike="noStrike" kern="0" cap="none" spc="0" normalizeH="0" baseline="0" noProof="0" dirty="0">
                  <a:ln>
                    <a:noFill/>
                  </a:ln>
                  <a:solidFill>
                    <a:prstClr val="white"/>
                  </a:solidFill>
                  <a:effectLst/>
                  <a:uLnTx/>
                  <a:uFillTx/>
                  <a:latin typeface="Calibri"/>
                  <a:ea typeface="+mn-ea"/>
                  <a:cs typeface="+mn-cs"/>
                </a:rPr>
                <a:t>Data Capture , Management and Maintenance</a:t>
              </a:r>
            </a:p>
          </p:txBody>
        </p:sp>
        <p:sp>
          <p:nvSpPr>
            <p:cNvPr id="45" name="Rectangle 44">
              <a:extLst>
                <a:ext uri="{FF2B5EF4-FFF2-40B4-BE49-F238E27FC236}">
                  <a16:creationId xmlns:a16="http://schemas.microsoft.com/office/drawing/2014/main" id="{9FF2A583-9975-4A8A-8712-592E1D9F6B10}"/>
                </a:ext>
              </a:extLst>
            </p:cNvPr>
            <p:cNvSpPr/>
            <p:nvPr/>
          </p:nvSpPr>
          <p:spPr>
            <a:xfrm>
              <a:off x="5912128" y="1076989"/>
              <a:ext cx="426189" cy="2805113"/>
            </a:xfrm>
            <a:prstGeom prst="rect">
              <a:avLst/>
            </a:prstGeom>
            <a:solidFill>
              <a:srgbClr val="00B05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800" b="0" i="0" u="none" strike="noStrike" kern="0" cap="none" spc="0" normalizeH="0" baseline="0" noProof="0" dirty="0">
                  <a:ln>
                    <a:noFill/>
                  </a:ln>
                  <a:solidFill>
                    <a:prstClr val="white"/>
                  </a:solidFill>
                  <a:effectLst/>
                  <a:uLnTx/>
                  <a:uFillTx/>
                  <a:latin typeface="Calibri"/>
                  <a:ea typeface="+mn-ea"/>
                  <a:cs typeface="+mn-cs"/>
                </a:rPr>
                <a:t>Internal/External</a:t>
              </a:r>
            </a:p>
          </p:txBody>
        </p:sp>
        <p:sp>
          <p:nvSpPr>
            <p:cNvPr id="46" name="Rectangle 45">
              <a:extLst>
                <a:ext uri="{FF2B5EF4-FFF2-40B4-BE49-F238E27FC236}">
                  <a16:creationId xmlns:a16="http://schemas.microsoft.com/office/drawing/2014/main" id="{5C0E8607-0B8E-404E-8C33-EFB18CE77EF2}"/>
                </a:ext>
              </a:extLst>
            </p:cNvPr>
            <p:cNvSpPr/>
            <p:nvPr/>
          </p:nvSpPr>
          <p:spPr>
            <a:xfrm>
              <a:off x="6338318" y="2219990"/>
              <a:ext cx="772468" cy="2700338"/>
            </a:xfrm>
            <a:prstGeom prst="rect">
              <a:avLst/>
            </a:prstGeom>
            <a:solidFill>
              <a:srgbClr val="FFC00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2000" b="1" i="0" u="none" strike="noStrike" kern="0" cap="none" spc="0" normalizeH="0" baseline="0" noProof="0" dirty="0">
                  <a:ln>
                    <a:noFill/>
                  </a:ln>
                  <a:solidFill>
                    <a:prstClr val="white"/>
                  </a:solidFill>
                  <a:effectLst/>
                  <a:uLnTx/>
                  <a:uFillTx/>
                  <a:latin typeface="Calibri"/>
                  <a:ea typeface="+mn-ea"/>
                  <a:cs typeface="+mn-cs"/>
                </a:rPr>
                <a:t>Registered</a:t>
              </a:r>
              <a:endParaRPr kumimoji="0" lang="en-ZA"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47" name="Rectangle 46">
              <a:extLst>
                <a:ext uri="{FF2B5EF4-FFF2-40B4-BE49-F238E27FC236}">
                  <a16:creationId xmlns:a16="http://schemas.microsoft.com/office/drawing/2014/main" id="{F5EE28A3-57D6-438D-9FE6-D873E42B8A18}"/>
                </a:ext>
              </a:extLst>
            </p:cNvPr>
            <p:cNvSpPr/>
            <p:nvPr/>
          </p:nvSpPr>
          <p:spPr>
            <a:xfrm>
              <a:off x="864447" y="1076990"/>
              <a:ext cx="5038804" cy="1142999"/>
            </a:xfrm>
            <a:prstGeom prst="rect">
              <a:avLst/>
            </a:prstGeom>
            <a:solidFill>
              <a:srgbClr val="9BBB59">
                <a:lumMod val="60000"/>
                <a:lumOff val="40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800" b="0" i="0" u="none" strike="noStrike" kern="0" cap="none" spc="0" normalizeH="0" baseline="0" noProof="0" dirty="0">
                  <a:ln>
                    <a:noFill/>
                  </a:ln>
                  <a:solidFill>
                    <a:prstClr val="white"/>
                  </a:solidFill>
                  <a:effectLst/>
                  <a:uLnTx/>
                  <a:uFillTx/>
                  <a:latin typeface="Calibri"/>
                  <a:ea typeface="+mn-ea"/>
                  <a:cs typeface="+mn-cs"/>
                </a:rPr>
                <a:t>Portal</a:t>
              </a:r>
            </a:p>
          </p:txBody>
        </p:sp>
        <p:sp>
          <p:nvSpPr>
            <p:cNvPr id="48" name="Rectangle 47">
              <a:extLst>
                <a:ext uri="{FF2B5EF4-FFF2-40B4-BE49-F238E27FC236}">
                  <a16:creationId xmlns:a16="http://schemas.microsoft.com/office/drawing/2014/main" id="{F3D34830-2D13-4942-9FB7-7E191606B4C4}"/>
                </a:ext>
              </a:extLst>
            </p:cNvPr>
            <p:cNvSpPr/>
            <p:nvPr/>
          </p:nvSpPr>
          <p:spPr>
            <a:xfrm>
              <a:off x="1676871" y="3134389"/>
              <a:ext cx="4235257" cy="747713"/>
            </a:xfrm>
            <a:prstGeom prst="rect">
              <a:avLst/>
            </a:prstGeom>
            <a:solidFill>
              <a:srgbClr val="9BBB59">
                <a:lumMod val="60000"/>
                <a:lumOff val="40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800" b="0" i="0" u="none" strike="noStrike" kern="0" cap="none" spc="0" normalizeH="0" baseline="0" noProof="0" dirty="0">
                  <a:ln>
                    <a:noFill/>
                  </a:ln>
                  <a:solidFill>
                    <a:prstClr val="white"/>
                  </a:solidFill>
                  <a:effectLst/>
                  <a:uLnTx/>
                  <a:uFillTx/>
                  <a:latin typeface="Calibri"/>
                  <a:ea typeface="+mn-ea"/>
                  <a:cs typeface="+mn-cs"/>
                </a:rPr>
                <a:t>Information Provision</a:t>
              </a:r>
            </a:p>
          </p:txBody>
        </p:sp>
        <p:sp>
          <p:nvSpPr>
            <p:cNvPr id="49" name="Right Brace 48">
              <a:extLst>
                <a:ext uri="{FF2B5EF4-FFF2-40B4-BE49-F238E27FC236}">
                  <a16:creationId xmlns:a16="http://schemas.microsoft.com/office/drawing/2014/main" id="{12BDA6F7-0EDB-4E56-89FE-DB9C2EEE74C4}"/>
                </a:ext>
              </a:extLst>
            </p:cNvPr>
            <p:cNvSpPr/>
            <p:nvPr/>
          </p:nvSpPr>
          <p:spPr>
            <a:xfrm>
              <a:off x="7217334" y="1076988"/>
              <a:ext cx="781347" cy="4419600"/>
            </a:xfrm>
            <a:prstGeom prst="rightBrace">
              <a:avLst/>
            </a:prstGeom>
            <a:noFill/>
            <a:ln w="25400" cap="flat" cmpd="sng" algn="ctr">
              <a:solidFill>
                <a:srgbClr val="9BBB59">
                  <a:lumMod val="7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50" name="Rectangle 49">
              <a:extLst>
                <a:ext uri="{FF2B5EF4-FFF2-40B4-BE49-F238E27FC236}">
                  <a16:creationId xmlns:a16="http://schemas.microsoft.com/office/drawing/2014/main" id="{04263E5D-1A26-4556-B984-8EE222535764}"/>
                </a:ext>
              </a:extLst>
            </p:cNvPr>
            <p:cNvSpPr/>
            <p:nvPr/>
          </p:nvSpPr>
          <p:spPr>
            <a:xfrm>
              <a:off x="1108618" y="2219990"/>
              <a:ext cx="301883" cy="2700338"/>
            </a:xfrm>
            <a:prstGeom prst="rect">
              <a:avLst/>
            </a:prstGeom>
            <a:solidFill>
              <a:sysClr val="window" lastClr="FFFFFF"/>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800" b="1" i="0" u="none" strike="noStrike" kern="0" cap="none" spc="0" normalizeH="0" baseline="0" noProof="0" dirty="0">
                  <a:ln>
                    <a:noFill/>
                  </a:ln>
                  <a:solidFill>
                    <a:srgbClr val="9BBB59">
                      <a:lumMod val="50000"/>
                    </a:srgbClr>
                  </a:solidFill>
                  <a:effectLst/>
                  <a:uLnTx/>
                  <a:uFillTx/>
                  <a:latin typeface="Calibri"/>
                  <a:ea typeface="+mn-ea"/>
                  <a:cs typeface="+mn-cs"/>
                </a:rPr>
                <a:t>UAM</a:t>
              </a:r>
            </a:p>
          </p:txBody>
        </p:sp>
        <p:sp>
          <p:nvSpPr>
            <p:cNvPr id="51" name="Rectangle 50">
              <a:extLst>
                <a:ext uri="{FF2B5EF4-FFF2-40B4-BE49-F238E27FC236}">
                  <a16:creationId xmlns:a16="http://schemas.microsoft.com/office/drawing/2014/main" id="{70534052-DB52-47EB-A30B-4C080370E0F1}"/>
                </a:ext>
              </a:extLst>
            </p:cNvPr>
            <p:cNvSpPr/>
            <p:nvPr/>
          </p:nvSpPr>
          <p:spPr>
            <a:xfrm>
              <a:off x="1676871" y="2219990"/>
              <a:ext cx="4226379" cy="914400"/>
            </a:xfrm>
            <a:prstGeom prst="rect">
              <a:avLst/>
            </a:prstGeom>
            <a:solidFill>
              <a:srgbClr val="9BBB59">
                <a:lumMod val="75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800" b="0" i="0" u="none" strike="noStrike" kern="0" cap="none" spc="0" normalizeH="0" baseline="0" noProof="0" dirty="0">
                  <a:ln>
                    <a:noFill/>
                  </a:ln>
                  <a:solidFill>
                    <a:prstClr val="white"/>
                  </a:solidFill>
                  <a:effectLst/>
                  <a:uLnTx/>
                  <a:uFillTx/>
                  <a:latin typeface="Calibri"/>
                  <a:ea typeface="+mn-ea"/>
                  <a:cs typeface="+mn-cs"/>
                </a:rPr>
                <a:t>Reservations and Lodgements </a:t>
              </a:r>
            </a:p>
          </p:txBody>
        </p:sp>
        <p:sp>
          <p:nvSpPr>
            <p:cNvPr id="52" name="Rectangle 51">
              <a:extLst>
                <a:ext uri="{FF2B5EF4-FFF2-40B4-BE49-F238E27FC236}">
                  <a16:creationId xmlns:a16="http://schemas.microsoft.com/office/drawing/2014/main" id="{018A4CA1-B599-4C2C-933D-92A93E8ABAF8}"/>
                </a:ext>
              </a:extLst>
            </p:cNvPr>
            <p:cNvSpPr/>
            <p:nvPr/>
          </p:nvSpPr>
          <p:spPr>
            <a:xfrm>
              <a:off x="6338318" y="1076989"/>
              <a:ext cx="772468" cy="1143000"/>
            </a:xfrm>
            <a:prstGeom prst="rect">
              <a:avLst/>
            </a:prstGeom>
            <a:solidFill>
              <a:srgbClr val="00B05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600" b="0" i="0" u="none" strike="noStrike" kern="0" cap="none" spc="0" normalizeH="0" baseline="0" noProof="0" dirty="0">
                  <a:ln>
                    <a:noFill/>
                  </a:ln>
                  <a:solidFill>
                    <a:prstClr val="white"/>
                  </a:solidFill>
                  <a:effectLst/>
                  <a:uLnTx/>
                  <a:uFillTx/>
                  <a:latin typeface="Calibri"/>
                  <a:ea typeface="+mn-ea"/>
                  <a:cs typeface="+mn-cs"/>
                </a:rPr>
                <a:t>Registered</a:t>
              </a:r>
              <a:r>
                <a:rPr kumimoji="0" lang="en-ZA" sz="1800" b="0" i="0" u="none" strike="noStrike" kern="0" cap="none" spc="0" normalizeH="0" baseline="0" noProof="0" dirty="0">
                  <a:ln>
                    <a:noFill/>
                  </a:ln>
                  <a:solidFill>
                    <a:prstClr val="white"/>
                  </a:solidFill>
                  <a:effectLst/>
                  <a:uLnTx/>
                  <a:uFillTx/>
                  <a:latin typeface="Calibri"/>
                  <a:ea typeface="+mn-ea"/>
                  <a:cs typeface="+mn-cs"/>
                </a:rPr>
                <a:t> / </a:t>
              </a:r>
              <a:r>
                <a:rPr kumimoji="0" lang="en-ZA" sz="1400" b="0" i="0" u="none" strike="noStrike" kern="0" cap="none" spc="0" normalizeH="0" baseline="0" noProof="0" dirty="0">
                  <a:ln>
                    <a:noFill/>
                  </a:ln>
                  <a:solidFill>
                    <a:prstClr val="white"/>
                  </a:solidFill>
                  <a:effectLst/>
                  <a:uLnTx/>
                  <a:uFillTx/>
                  <a:latin typeface="Calibri"/>
                  <a:ea typeface="+mn-ea"/>
                  <a:cs typeface="+mn-cs"/>
                </a:rPr>
                <a:t>Unregistered</a:t>
              </a:r>
              <a:endParaRPr kumimoji="0" lang="en-ZA"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53" name="Rectangle 52">
              <a:extLst>
                <a:ext uri="{FF2B5EF4-FFF2-40B4-BE49-F238E27FC236}">
                  <a16:creationId xmlns:a16="http://schemas.microsoft.com/office/drawing/2014/main" id="{25962161-FBC5-4544-BE43-EE9885B27B2E}"/>
                </a:ext>
              </a:extLst>
            </p:cNvPr>
            <p:cNvSpPr/>
            <p:nvPr/>
          </p:nvSpPr>
          <p:spPr>
            <a:xfrm>
              <a:off x="1410503" y="2219990"/>
              <a:ext cx="284126" cy="2700338"/>
            </a:xfrm>
            <a:prstGeom prst="rect">
              <a:avLst/>
            </a:prstGeom>
            <a:solidFill>
              <a:sysClr val="window" lastClr="FFFFFF"/>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600" b="1" i="0" u="none" strike="noStrike" kern="0" cap="none" spc="0" normalizeH="0" baseline="0" noProof="0" dirty="0">
                  <a:ln>
                    <a:noFill/>
                  </a:ln>
                  <a:solidFill>
                    <a:srgbClr val="9BBB59">
                      <a:lumMod val="50000"/>
                    </a:srgbClr>
                  </a:solidFill>
                  <a:effectLst/>
                  <a:uLnTx/>
                  <a:uFillTx/>
                  <a:latin typeface="Calibri"/>
                  <a:ea typeface="+mn-ea"/>
                  <a:cs typeface="+mn-cs"/>
                </a:rPr>
                <a:t>Reporting</a:t>
              </a:r>
            </a:p>
          </p:txBody>
        </p:sp>
        <p:sp>
          <p:nvSpPr>
            <p:cNvPr id="54" name="Rectangle 53">
              <a:extLst>
                <a:ext uri="{FF2B5EF4-FFF2-40B4-BE49-F238E27FC236}">
                  <a16:creationId xmlns:a16="http://schemas.microsoft.com/office/drawing/2014/main" id="{A63E5D58-A073-425D-BBCA-79B2DBAC4EF8}"/>
                </a:ext>
              </a:extLst>
            </p:cNvPr>
            <p:cNvSpPr/>
            <p:nvPr/>
          </p:nvSpPr>
          <p:spPr>
            <a:xfrm>
              <a:off x="864446" y="4920328"/>
              <a:ext cx="6266818" cy="286938"/>
            </a:xfrm>
            <a:prstGeom prst="rect">
              <a:avLst/>
            </a:prstGeom>
            <a:solidFill>
              <a:sysClr val="windowText" lastClr="00000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600" b="0" i="0" u="none" strike="noStrike" kern="0" cap="none" spc="0" normalizeH="0" baseline="0" noProof="0" dirty="0">
                  <a:ln>
                    <a:noFill/>
                  </a:ln>
                  <a:solidFill>
                    <a:prstClr val="white"/>
                  </a:solidFill>
                  <a:effectLst/>
                  <a:uLnTx/>
                  <a:uFillTx/>
                  <a:latin typeface="Calibri"/>
                  <a:ea typeface="+mn-ea"/>
                  <a:cs typeface="+mn-cs"/>
                </a:rPr>
                <a:t>Training and Knowledge Transfer</a:t>
              </a:r>
            </a:p>
          </p:txBody>
        </p:sp>
        <p:sp>
          <p:nvSpPr>
            <p:cNvPr id="55" name="Rectangle 54">
              <a:extLst>
                <a:ext uri="{FF2B5EF4-FFF2-40B4-BE49-F238E27FC236}">
                  <a16:creationId xmlns:a16="http://schemas.microsoft.com/office/drawing/2014/main" id="{76A0D7E2-2902-4248-840C-E556274DD7FB}"/>
                </a:ext>
              </a:extLst>
            </p:cNvPr>
            <p:cNvSpPr/>
            <p:nvPr/>
          </p:nvSpPr>
          <p:spPr>
            <a:xfrm>
              <a:off x="864447" y="5207266"/>
              <a:ext cx="6266817" cy="259555"/>
            </a:xfrm>
            <a:prstGeom prst="rect">
              <a:avLst/>
            </a:prstGeom>
            <a:solidFill>
              <a:srgbClr val="0070C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600" b="0" i="0" u="none" strike="noStrike" kern="0" cap="none" spc="0" normalizeH="0" baseline="0" noProof="0" dirty="0">
                  <a:ln>
                    <a:noFill/>
                  </a:ln>
                  <a:solidFill>
                    <a:prstClr val="white"/>
                  </a:solidFill>
                  <a:effectLst/>
                  <a:uLnTx/>
                  <a:uFillTx/>
                  <a:latin typeface="Calibri"/>
                  <a:ea typeface="+mn-ea"/>
                  <a:cs typeface="+mn-cs"/>
                </a:rPr>
                <a:t>Maintenance and Support</a:t>
              </a:r>
            </a:p>
          </p:txBody>
        </p:sp>
        <p:sp>
          <p:nvSpPr>
            <p:cNvPr id="56" name="Rectangle 55">
              <a:extLst>
                <a:ext uri="{FF2B5EF4-FFF2-40B4-BE49-F238E27FC236}">
                  <a16:creationId xmlns:a16="http://schemas.microsoft.com/office/drawing/2014/main" id="{6DFF581E-E536-4C40-B94F-F6331E0B0A4B}"/>
                </a:ext>
              </a:extLst>
            </p:cNvPr>
            <p:cNvSpPr/>
            <p:nvPr/>
          </p:nvSpPr>
          <p:spPr>
            <a:xfrm>
              <a:off x="864446" y="2219990"/>
              <a:ext cx="257489" cy="2700338"/>
            </a:xfrm>
            <a:prstGeom prst="rect">
              <a:avLst/>
            </a:prstGeom>
            <a:solidFill>
              <a:srgbClr val="F79646">
                <a:lumMod val="75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800" b="1" i="0" u="none" strike="noStrike" kern="0" cap="none" spc="0" normalizeH="0" baseline="0" noProof="0" dirty="0">
                  <a:ln>
                    <a:noFill/>
                  </a:ln>
                  <a:solidFill>
                    <a:prstClr val="white"/>
                  </a:solidFill>
                  <a:effectLst/>
                  <a:uLnTx/>
                  <a:uFillTx/>
                  <a:latin typeface="Calibri"/>
                  <a:ea typeface="+mn-ea"/>
                  <a:cs typeface="+mn-cs"/>
                </a:rPr>
                <a:t>Workflow  Management</a:t>
              </a:r>
            </a:p>
          </p:txBody>
        </p:sp>
        <p:sp>
          <p:nvSpPr>
            <p:cNvPr id="57" name="Rectangle 56">
              <a:extLst>
                <a:ext uri="{FF2B5EF4-FFF2-40B4-BE49-F238E27FC236}">
                  <a16:creationId xmlns:a16="http://schemas.microsoft.com/office/drawing/2014/main" id="{9EBC6305-2520-44C2-AF3A-C53AD50296EC}"/>
                </a:ext>
              </a:extLst>
            </p:cNvPr>
            <p:cNvSpPr/>
            <p:nvPr/>
          </p:nvSpPr>
          <p:spPr>
            <a:xfrm>
              <a:off x="606956" y="1076989"/>
              <a:ext cx="257489" cy="4389831"/>
            </a:xfrm>
            <a:prstGeom prst="rect">
              <a:avLst/>
            </a:prstGeom>
            <a:solidFill>
              <a:sysClr val="window" lastClr="FFFFFF">
                <a:lumMod val="50000"/>
              </a:sys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800" b="1" i="0" u="none" strike="noStrike" kern="0" cap="none" spc="0" normalizeH="0" baseline="0" noProof="0" dirty="0">
                  <a:ln>
                    <a:noFill/>
                  </a:ln>
                  <a:solidFill>
                    <a:prstClr val="white"/>
                  </a:solidFill>
                  <a:effectLst/>
                  <a:uLnTx/>
                  <a:uFillTx/>
                  <a:latin typeface="Calibri"/>
                  <a:ea typeface="+mn-ea"/>
                  <a:cs typeface="+mn-cs"/>
                </a:rPr>
                <a:t>Security </a:t>
              </a:r>
            </a:p>
          </p:txBody>
        </p:sp>
      </p:grpSp>
      <p:sp>
        <p:nvSpPr>
          <p:cNvPr id="58" name="Oval 57">
            <a:extLst>
              <a:ext uri="{FF2B5EF4-FFF2-40B4-BE49-F238E27FC236}">
                <a16:creationId xmlns:a16="http://schemas.microsoft.com/office/drawing/2014/main" id="{F1F7AD72-CA4C-431F-AFD8-0E44CB8837EE}"/>
              </a:ext>
            </a:extLst>
          </p:cNvPr>
          <p:cNvSpPr/>
          <p:nvPr/>
        </p:nvSpPr>
        <p:spPr>
          <a:xfrm>
            <a:off x="3448153" y="4022091"/>
            <a:ext cx="3521945" cy="779463"/>
          </a:xfrm>
          <a:prstGeom prst="ellipse">
            <a:avLst/>
          </a:prstGeom>
          <a:noFill/>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59" name="Oval 58">
            <a:extLst>
              <a:ext uri="{FF2B5EF4-FFF2-40B4-BE49-F238E27FC236}">
                <a16:creationId xmlns:a16="http://schemas.microsoft.com/office/drawing/2014/main" id="{7999EEA6-7BE9-441E-A88D-48D3AFD8D56B}"/>
              </a:ext>
            </a:extLst>
          </p:cNvPr>
          <p:cNvSpPr/>
          <p:nvPr/>
        </p:nvSpPr>
        <p:spPr>
          <a:xfrm>
            <a:off x="3567851" y="2328228"/>
            <a:ext cx="3387484" cy="779463"/>
          </a:xfrm>
          <a:prstGeom prst="ellipse">
            <a:avLst/>
          </a:prstGeom>
          <a:noFill/>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0" name="Oval 59">
            <a:extLst>
              <a:ext uri="{FF2B5EF4-FFF2-40B4-BE49-F238E27FC236}">
                <a16:creationId xmlns:a16="http://schemas.microsoft.com/office/drawing/2014/main" id="{2CB0D855-6943-4F84-88E9-6B637C44C128}"/>
              </a:ext>
            </a:extLst>
          </p:cNvPr>
          <p:cNvSpPr/>
          <p:nvPr/>
        </p:nvSpPr>
        <p:spPr>
          <a:xfrm>
            <a:off x="3914298" y="3200401"/>
            <a:ext cx="2597090" cy="779463"/>
          </a:xfrm>
          <a:prstGeom prst="ellipse">
            <a:avLst/>
          </a:prstGeom>
          <a:noFill/>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1" name="Oval 60">
            <a:extLst>
              <a:ext uri="{FF2B5EF4-FFF2-40B4-BE49-F238E27FC236}">
                <a16:creationId xmlns:a16="http://schemas.microsoft.com/office/drawing/2014/main" id="{F91BBED3-2CAD-4F19-967A-5F87C50DB155}"/>
              </a:ext>
            </a:extLst>
          </p:cNvPr>
          <p:cNvSpPr/>
          <p:nvPr/>
        </p:nvSpPr>
        <p:spPr>
          <a:xfrm>
            <a:off x="4050030" y="1466850"/>
            <a:ext cx="1920240" cy="779463"/>
          </a:xfrm>
          <a:prstGeom prst="ellipse">
            <a:avLst/>
          </a:prstGeom>
          <a:noFill/>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2" name="Oval 61">
            <a:extLst>
              <a:ext uri="{FF2B5EF4-FFF2-40B4-BE49-F238E27FC236}">
                <a16:creationId xmlns:a16="http://schemas.microsoft.com/office/drawing/2014/main" id="{77CBD736-5033-42C4-8FB2-34357E98AF97}"/>
              </a:ext>
            </a:extLst>
          </p:cNvPr>
          <p:cNvSpPr/>
          <p:nvPr/>
        </p:nvSpPr>
        <p:spPr>
          <a:xfrm>
            <a:off x="2801676" y="2697481"/>
            <a:ext cx="468630" cy="1874520"/>
          </a:xfrm>
          <a:prstGeom prst="ellipse">
            <a:avLst/>
          </a:prstGeom>
          <a:noFill/>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Tree>
    <p:extLst>
      <p:ext uri="{BB962C8B-B14F-4D97-AF65-F5344CB8AC3E}">
        <p14:creationId xmlns:p14="http://schemas.microsoft.com/office/powerpoint/2010/main" val="127836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animBg="1"/>
      <p:bldP spid="61" grpId="0" animBg="1"/>
      <p:bldP spid="6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C3E11-73C4-4060-81A4-B65303BA2D23}"/>
              </a:ext>
            </a:extLst>
          </p:cNvPr>
          <p:cNvSpPr>
            <a:spLocks noGrp="1"/>
          </p:cNvSpPr>
          <p:nvPr>
            <p:ph type="title"/>
          </p:nvPr>
        </p:nvSpPr>
        <p:spPr/>
        <p:txBody>
          <a:bodyPr/>
          <a:lstStyle/>
          <a:p>
            <a:r>
              <a:rPr lang="en-ZA" dirty="0"/>
              <a:t>Spatial | user perspective</a:t>
            </a:r>
          </a:p>
        </p:txBody>
      </p:sp>
      <p:pic>
        <p:nvPicPr>
          <p:cNvPr id="4" name="Picture 3">
            <a:extLst>
              <a:ext uri="{FF2B5EF4-FFF2-40B4-BE49-F238E27FC236}">
                <a16:creationId xmlns:a16="http://schemas.microsoft.com/office/drawing/2014/main" id="{C69EBC80-804D-4CCD-B5E3-CE575E6A740E}"/>
              </a:ext>
            </a:extLst>
          </p:cNvPr>
          <p:cNvPicPr>
            <a:picLocks noChangeAspect="1"/>
          </p:cNvPicPr>
          <p:nvPr/>
        </p:nvPicPr>
        <p:blipFill>
          <a:blip r:embed="rId2"/>
          <a:stretch>
            <a:fillRect/>
          </a:stretch>
        </p:blipFill>
        <p:spPr>
          <a:xfrm>
            <a:off x="2920746" y="1097399"/>
            <a:ext cx="6344157" cy="4663201"/>
          </a:xfrm>
          <a:prstGeom prst="rect">
            <a:avLst/>
          </a:prstGeom>
        </p:spPr>
      </p:pic>
      <p:sp>
        <p:nvSpPr>
          <p:cNvPr id="5" name="Rectangle 4">
            <a:extLst>
              <a:ext uri="{FF2B5EF4-FFF2-40B4-BE49-F238E27FC236}">
                <a16:creationId xmlns:a16="http://schemas.microsoft.com/office/drawing/2014/main" id="{F59BF60A-D74B-4941-ACF1-EAB4C83FEC7E}"/>
              </a:ext>
            </a:extLst>
          </p:cNvPr>
          <p:cNvSpPr/>
          <p:nvPr/>
        </p:nvSpPr>
        <p:spPr>
          <a:xfrm>
            <a:off x="3200400" y="2292350"/>
            <a:ext cx="815975" cy="14287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ZA"/>
          </a:p>
        </p:txBody>
      </p:sp>
      <p:sp>
        <p:nvSpPr>
          <p:cNvPr id="6" name="Rectangle 5">
            <a:extLst>
              <a:ext uri="{FF2B5EF4-FFF2-40B4-BE49-F238E27FC236}">
                <a16:creationId xmlns:a16="http://schemas.microsoft.com/office/drawing/2014/main" id="{CF43A039-E061-48EA-8A25-2E193B270B6C}"/>
              </a:ext>
            </a:extLst>
          </p:cNvPr>
          <p:cNvSpPr/>
          <p:nvPr/>
        </p:nvSpPr>
        <p:spPr>
          <a:xfrm>
            <a:off x="4603750" y="3248025"/>
            <a:ext cx="815975" cy="14287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ZA"/>
          </a:p>
        </p:txBody>
      </p:sp>
      <p:sp>
        <p:nvSpPr>
          <p:cNvPr id="7" name="Rectangle 6">
            <a:extLst>
              <a:ext uri="{FF2B5EF4-FFF2-40B4-BE49-F238E27FC236}">
                <a16:creationId xmlns:a16="http://schemas.microsoft.com/office/drawing/2014/main" id="{B0586F73-CD44-49CA-8C0D-EFAE3C8200D8}"/>
              </a:ext>
            </a:extLst>
          </p:cNvPr>
          <p:cNvSpPr/>
          <p:nvPr/>
        </p:nvSpPr>
        <p:spPr>
          <a:xfrm>
            <a:off x="4438650" y="3395663"/>
            <a:ext cx="1216025" cy="19843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ZA"/>
          </a:p>
        </p:txBody>
      </p:sp>
      <p:sp>
        <p:nvSpPr>
          <p:cNvPr id="8" name="Rectangle 7">
            <a:extLst>
              <a:ext uri="{FF2B5EF4-FFF2-40B4-BE49-F238E27FC236}">
                <a16:creationId xmlns:a16="http://schemas.microsoft.com/office/drawing/2014/main" id="{B129585A-48E4-43E3-BA1D-7D0700151B01}"/>
              </a:ext>
            </a:extLst>
          </p:cNvPr>
          <p:cNvSpPr/>
          <p:nvPr/>
        </p:nvSpPr>
        <p:spPr>
          <a:xfrm>
            <a:off x="4608512" y="3597275"/>
            <a:ext cx="815975" cy="14287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ZA"/>
          </a:p>
        </p:txBody>
      </p:sp>
      <p:sp>
        <p:nvSpPr>
          <p:cNvPr id="9" name="Rectangle 8">
            <a:extLst>
              <a:ext uri="{FF2B5EF4-FFF2-40B4-BE49-F238E27FC236}">
                <a16:creationId xmlns:a16="http://schemas.microsoft.com/office/drawing/2014/main" id="{291A32EB-4BE6-4212-8A42-5555409417D6}"/>
              </a:ext>
            </a:extLst>
          </p:cNvPr>
          <p:cNvSpPr/>
          <p:nvPr/>
        </p:nvSpPr>
        <p:spPr>
          <a:xfrm>
            <a:off x="4438650" y="3740150"/>
            <a:ext cx="1216025" cy="22225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ZA"/>
          </a:p>
        </p:txBody>
      </p:sp>
      <p:sp>
        <p:nvSpPr>
          <p:cNvPr id="10" name="Rectangle 9">
            <a:extLst>
              <a:ext uri="{FF2B5EF4-FFF2-40B4-BE49-F238E27FC236}">
                <a16:creationId xmlns:a16="http://schemas.microsoft.com/office/drawing/2014/main" id="{28BEA7FC-6413-4A77-8CDD-84A9CA60BB12}"/>
              </a:ext>
            </a:extLst>
          </p:cNvPr>
          <p:cNvSpPr/>
          <p:nvPr/>
        </p:nvSpPr>
        <p:spPr>
          <a:xfrm>
            <a:off x="4603749" y="3962400"/>
            <a:ext cx="904876" cy="19367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ZA"/>
          </a:p>
        </p:txBody>
      </p:sp>
      <p:sp>
        <p:nvSpPr>
          <p:cNvPr id="11" name="Rectangle 10">
            <a:extLst>
              <a:ext uri="{FF2B5EF4-FFF2-40B4-BE49-F238E27FC236}">
                <a16:creationId xmlns:a16="http://schemas.microsoft.com/office/drawing/2014/main" id="{8FD48465-BCAE-4271-8176-D591421DC1FB}"/>
              </a:ext>
            </a:extLst>
          </p:cNvPr>
          <p:cNvSpPr/>
          <p:nvPr/>
        </p:nvSpPr>
        <p:spPr>
          <a:xfrm>
            <a:off x="4438650" y="4168775"/>
            <a:ext cx="1216025" cy="19367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ZA"/>
          </a:p>
        </p:txBody>
      </p:sp>
      <p:sp>
        <p:nvSpPr>
          <p:cNvPr id="13" name="Rectangle 12">
            <a:extLst>
              <a:ext uri="{FF2B5EF4-FFF2-40B4-BE49-F238E27FC236}">
                <a16:creationId xmlns:a16="http://schemas.microsoft.com/office/drawing/2014/main" id="{053F4F06-A62C-4541-AD9B-6B11F029EBE2}"/>
              </a:ext>
            </a:extLst>
          </p:cNvPr>
          <p:cNvSpPr/>
          <p:nvPr/>
        </p:nvSpPr>
        <p:spPr>
          <a:xfrm>
            <a:off x="7677150" y="3975101"/>
            <a:ext cx="1209675" cy="101600"/>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ZA"/>
          </a:p>
        </p:txBody>
      </p:sp>
      <p:sp>
        <p:nvSpPr>
          <p:cNvPr id="14" name="Rectangle 13">
            <a:extLst>
              <a:ext uri="{FF2B5EF4-FFF2-40B4-BE49-F238E27FC236}">
                <a16:creationId xmlns:a16="http://schemas.microsoft.com/office/drawing/2014/main" id="{0A64965C-1147-4B0A-B8E2-71ADCF964B47}"/>
              </a:ext>
            </a:extLst>
          </p:cNvPr>
          <p:cNvSpPr/>
          <p:nvPr/>
        </p:nvSpPr>
        <p:spPr>
          <a:xfrm>
            <a:off x="7677150" y="4076701"/>
            <a:ext cx="1209675" cy="101600"/>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ZA"/>
          </a:p>
        </p:txBody>
      </p:sp>
      <p:sp>
        <p:nvSpPr>
          <p:cNvPr id="15" name="Rectangle 14">
            <a:extLst>
              <a:ext uri="{FF2B5EF4-FFF2-40B4-BE49-F238E27FC236}">
                <a16:creationId xmlns:a16="http://schemas.microsoft.com/office/drawing/2014/main" id="{84745AEA-4EDF-4DBF-97BD-845339293F74}"/>
              </a:ext>
            </a:extLst>
          </p:cNvPr>
          <p:cNvSpPr/>
          <p:nvPr/>
        </p:nvSpPr>
        <p:spPr>
          <a:xfrm>
            <a:off x="7677149" y="4178301"/>
            <a:ext cx="1209675" cy="101600"/>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ZA"/>
          </a:p>
        </p:txBody>
      </p:sp>
      <p:sp>
        <p:nvSpPr>
          <p:cNvPr id="16" name="Rectangle 15">
            <a:extLst>
              <a:ext uri="{FF2B5EF4-FFF2-40B4-BE49-F238E27FC236}">
                <a16:creationId xmlns:a16="http://schemas.microsoft.com/office/drawing/2014/main" id="{E5E515E9-0ACD-41C4-851E-91E76ECD6E3F}"/>
              </a:ext>
            </a:extLst>
          </p:cNvPr>
          <p:cNvSpPr/>
          <p:nvPr/>
        </p:nvSpPr>
        <p:spPr>
          <a:xfrm>
            <a:off x="7677149" y="4283077"/>
            <a:ext cx="1209675" cy="158748"/>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ZA"/>
          </a:p>
        </p:txBody>
      </p:sp>
      <p:sp>
        <p:nvSpPr>
          <p:cNvPr id="17" name="Rectangle 16">
            <a:extLst>
              <a:ext uri="{FF2B5EF4-FFF2-40B4-BE49-F238E27FC236}">
                <a16:creationId xmlns:a16="http://schemas.microsoft.com/office/drawing/2014/main" id="{E250AB90-2461-4FBD-9335-8313B151A4F9}"/>
              </a:ext>
            </a:extLst>
          </p:cNvPr>
          <p:cNvSpPr/>
          <p:nvPr/>
        </p:nvSpPr>
        <p:spPr>
          <a:xfrm>
            <a:off x="7677148" y="4441825"/>
            <a:ext cx="1209675" cy="101600"/>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ZA"/>
          </a:p>
        </p:txBody>
      </p:sp>
      <p:sp>
        <p:nvSpPr>
          <p:cNvPr id="18" name="Rectangle 17">
            <a:extLst>
              <a:ext uri="{FF2B5EF4-FFF2-40B4-BE49-F238E27FC236}">
                <a16:creationId xmlns:a16="http://schemas.microsoft.com/office/drawing/2014/main" id="{9993D5B1-DFD4-4951-89C8-510362B95501}"/>
              </a:ext>
            </a:extLst>
          </p:cNvPr>
          <p:cNvSpPr/>
          <p:nvPr/>
        </p:nvSpPr>
        <p:spPr>
          <a:xfrm>
            <a:off x="7588251" y="4736088"/>
            <a:ext cx="1371600" cy="680462"/>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ZA"/>
          </a:p>
        </p:txBody>
      </p:sp>
    </p:spTree>
    <p:extLst>
      <p:ext uri="{BB962C8B-B14F-4D97-AF65-F5344CB8AC3E}">
        <p14:creationId xmlns:p14="http://schemas.microsoft.com/office/powerpoint/2010/main" val="107702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76C4B-8C8C-41FB-9EA3-25B6B26D14C2}"/>
              </a:ext>
            </a:extLst>
          </p:cNvPr>
          <p:cNvSpPr>
            <a:spLocks noGrp="1"/>
          </p:cNvSpPr>
          <p:nvPr>
            <p:ph type="title"/>
          </p:nvPr>
        </p:nvSpPr>
        <p:spPr/>
        <p:txBody>
          <a:bodyPr/>
          <a:lstStyle/>
          <a:p>
            <a:r>
              <a:rPr lang="en-ZA" dirty="0"/>
              <a:t>spatial | Business processes</a:t>
            </a:r>
          </a:p>
        </p:txBody>
      </p:sp>
      <p:graphicFrame>
        <p:nvGraphicFramePr>
          <p:cNvPr id="4" name="Content Placeholder 4">
            <a:extLst>
              <a:ext uri="{FF2B5EF4-FFF2-40B4-BE49-F238E27FC236}">
                <a16:creationId xmlns:a16="http://schemas.microsoft.com/office/drawing/2014/main" id="{B763E127-1FB6-4186-91D1-0FAB062F590C}"/>
              </a:ext>
            </a:extLst>
          </p:cNvPr>
          <p:cNvGraphicFramePr>
            <a:graphicFrameLocks noGrp="1"/>
          </p:cNvGraphicFramePr>
          <p:nvPr>
            <p:ph idx="1"/>
            <p:extLst>
              <p:ext uri="{D42A27DB-BD31-4B8C-83A1-F6EECF244321}">
                <p14:modId xmlns:p14="http://schemas.microsoft.com/office/powerpoint/2010/main" val="856430462"/>
              </p:ext>
            </p:extLst>
          </p:nvPr>
        </p:nvGraphicFramePr>
        <p:xfrm>
          <a:off x="473075" y="1071563"/>
          <a:ext cx="11272838" cy="5127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8669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76C4B-8C8C-41FB-9EA3-25B6B26D14C2}"/>
              </a:ext>
            </a:extLst>
          </p:cNvPr>
          <p:cNvSpPr>
            <a:spLocks noGrp="1"/>
          </p:cNvSpPr>
          <p:nvPr>
            <p:ph type="title"/>
          </p:nvPr>
        </p:nvSpPr>
        <p:spPr/>
        <p:txBody>
          <a:bodyPr/>
          <a:lstStyle/>
          <a:p>
            <a:r>
              <a:rPr lang="en-ZA" dirty="0"/>
              <a:t>spatial | Business processes</a:t>
            </a:r>
          </a:p>
        </p:txBody>
      </p:sp>
      <p:graphicFrame>
        <p:nvGraphicFramePr>
          <p:cNvPr id="4" name="Content Placeholder 4">
            <a:extLst>
              <a:ext uri="{FF2B5EF4-FFF2-40B4-BE49-F238E27FC236}">
                <a16:creationId xmlns:a16="http://schemas.microsoft.com/office/drawing/2014/main" id="{B763E127-1FB6-4186-91D1-0FAB062F590C}"/>
              </a:ext>
            </a:extLst>
          </p:cNvPr>
          <p:cNvGraphicFramePr>
            <a:graphicFrameLocks noGrp="1"/>
          </p:cNvGraphicFramePr>
          <p:nvPr>
            <p:ph idx="1"/>
            <p:extLst>
              <p:ext uri="{D42A27DB-BD31-4B8C-83A1-F6EECF244321}">
                <p14:modId xmlns:p14="http://schemas.microsoft.com/office/powerpoint/2010/main" val="1568718920"/>
              </p:ext>
            </p:extLst>
          </p:nvPr>
        </p:nvGraphicFramePr>
        <p:xfrm>
          <a:off x="485775" y="1071563"/>
          <a:ext cx="11272838" cy="5127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7885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DC51-C660-406B-AEBB-5B87C9E45B4E}"/>
              </a:ext>
            </a:extLst>
          </p:cNvPr>
          <p:cNvSpPr>
            <a:spLocks noGrp="1"/>
          </p:cNvSpPr>
          <p:nvPr>
            <p:ph type="title"/>
          </p:nvPr>
        </p:nvSpPr>
        <p:spPr/>
        <p:txBody>
          <a:bodyPr/>
          <a:lstStyle/>
          <a:p>
            <a:r>
              <a:rPr lang="en-ZA" dirty="0"/>
              <a:t>Spatial | SG applications</a:t>
            </a:r>
          </a:p>
        </p:txBody>
      </p:sp>
      <p:graphicFrame>
        <p:nvGraphicFramePr>
          <p:cNvPr id="4" name="Content Placeholder 3">
            <a:extLst>
              <a:ext uri="{FF2B5EF4-FFF2-40B4-BE49-F238E27FC236}">
                <a16:creationId xmlns:a16="http://schemas.microsoft.com/office/drawing/2014/main" id="{39C9B9D9-AB24-4C33-A118-7CDED330D63D}"/>
              </a:ext>
            </a:extLst>
          </p:cNvPr>
          <p:cNvGraphicFramePr>
            <a:graphicFrameLocks noGrp="1"/>
          </p:cNvGraphicFramePr>
          <p:nvPr>
            <p:ph idx="1"/>
            <p:extLst>
              <p:ext uri="{D42A27DB-BD31-4B8C-83A1-F6EECF244321}">
                <p14:modId xmlns:p14="http://schemas.microsoft.com/office/powerpoint/2010/main" val="691027704"/>
              </p:ext>
            </p:extLst>
          </p:nvPr>
        </p:nvGraphicFramePr>
        <p:xfrm>
          <a:off x="1065230" y="1074543"/>
          <a:ext cx="9945276" cy="4930328"/>
        </p:xfrm>
        <a:graphic>
          <a:graphicData uri="http://schemas.openxmlformats.org/drawingml/2006/table">
            <a:tbl>
              <a:tblPr firstRow="1" firstCol="1" bandRow="1" bandCol="1">
                <a:tableStyleId>{5A111915-BE36-4E01-A7E5-04B1672EAD32}</a:tableStyleId>
              </a:tblPr>
              <a:tblGrid>
                <a:gridCol w="2957591">
                  <a:extLst>
                    <a:ext uri="{9D8B030D-6E8A-4147-A177-3AD203B41FA5}">
                      <a16:colId xmlns:a16="http://schemas.microsoft.com/office/drawing/2014/main" val="945237018"/>
                    </a:ext>
                  </a:extLst>
                </a:gridCol>
                <a:gridCol w="985864">
                  <a:extLst>
                    <a:ext uri="{9D8B030D-6E8A-4147-A177-3AD203B41FA5}">
                      <a16:colId xmlns:a16="http://schemas.microsoft.com/office/drawing/2014/main" val="275073596"/>
                    </a:ext>
                  </a:extLst>
                </a:gridCol>
                <a:gridCol w="1165112">
                  <a:extLst>
                    <a:ext uri="{9D8B030D-6E8A-4147-A177-3AD203B41FA5}">
                      <a16:colId xmlns:a16="http://schemas.microsoft.com/office/drawing/2014/main" val="3805204341"/>
                    </a:ext>
                  </a:extLst>
                </a:gridCol>
                <a:gridCol w="985864">
                  <a:extLst>
                    <a:ext uri="{9D8B030D-6E8A-4147-A177-3AD203B41FA5}">
                      <a16:colId xmlns:a16="http://schemas.microsoft.com/office/drawing/2014/main" val="634823934"/>
                    </a:ext>
                  </a:extLst>
                </a:gridCol>
                <a:gridCol w="985864">
                  <a:extLst>
                    <a:ext uri="{9D8B030D-6E8A-4147-A177-3AD203B41FA5}">
                      <a16:colId xmlns:a16="http://schemas.microsoft.com/office/drawing/2014/main" val="1376762037"/>
                    </a:ext>
                  </a:extLst>
                </a:gridCol>
                <a:gridCol w="716992">
                  <a:extLst>
                    <a:ext uri="{9D8B030D-6E8A-4147-A177-3AD203B41FA5}">
                      <a16:colId xmlns:a16="http://schemas.microsoft.com/office/drawing/2014/main" val="1576896349"/>
                    </a:ext>
                  </a:extLst>
                </a:gridCol>
                <a:gridCol w="806616">
                  <a:extLst>
                    <a:ext uri="{9D8B030D-6E8A-4147-A177-3AD203B41FA5}">
                      <a16:colId xmlns:a16="http://schemas.microsoft.com/office/drawing/2014/main" val="3937927330"/>
                    </a:ext>
                  </a:extLst>
                </a:gridCol>
                <a:gridCol w="716992">
                  <a:extLst>
                    <a:ext uri="{9D8B030D-6E8A-4147-A177-3AD203B41FA5}">
                      <a16:colId xmlns:a16="http://schemas.microsoft.com/office/drawing/2014/main" val="1404690989"/>
                    </a:ext>
                  </a:extLst>
                </a:gridCol>
                <a:gridCol w="624381">
                  <a:extLst>
                    <a:ext uri="{9D8B030D-6E8A-4147-A177-3AD203B41FA5}">
                      <a16:colId xmlns:a16="http://schemas.microsoft.com/office/drawing/2014/main" val="3998532076"/>
                    </a:ext>
                  </a:extLst>
                </a:gridCol>
              </a:tblGrid>
              <a:tr h="208636">
                <a:tc>
                  <a:txBody>
                    <a:bodyPr/>
                    <a:lstStyle/>
                    <a:p>
                      <a:pPr algn="ctr">
                        <a:lnSpc>
                          <a:spcPts val="1505"/>
                        </a:lnSpc>
                        <a:spcAft>
                          <a:spcPts val="1000"/>
                        </a:spcAft>
                      </a:pPr>
                      <a:r>
                        <a:rPr lang="en-ZA" sz="1200" kern="1200">
                          <a:effectLst/>
                        </a:rPr>
                        <a:t>Program Name</a:t>
                      </a:r>
                      <a:endParaRPr lang="en-ZA" sz="12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a:effectLst/>
                        </a:rPr>
                        <a:t>KZN</a:t>
                      </a:r>
                      <a:endParaRPr lang="en-ZA" sz="12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a:effectLst/>
                        </a:rPr>
                        <a:t>GP</a:t>
                      </a:r>
                      <a:endParaRPr lang="en-ZA" sz="12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a:effectLst/>
                        </a:rPr>
                        <a:t>MPU</a:t>
                      </a:r>
                      <a:endParaRPr lang="en-ZA" sz="12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 LMP</a:t>
                      </a:r>
                      <a:endParaRPr lang="en-ZA" sz="12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a:effectLst/>
                        </a:rPr>
                        <a:t>NW</a:t>
                      </a:r>
                      <a:endParaRPr lang="en-ZA" sz="12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a:effectLst/>
                        </a:rPr>
                        <a:t>BFN</a:t>
                      </a:r>
                      <a:endParaRPr lang="en-ZA" sz="12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a:effectLst/>
                        </a:rPr>
                        <a:t>WC</a:t>
                      </a:r>
                      <a:endParaRPr lang="en-ZA" sz="12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dirty="0">
                          <a:effectLst/>
                        </a:rPr>
                        <a:t>EC</a:t>
                      </a:r>
                      <a:endParaRPr lang="en-ZA" sz="12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523305989"/>
                  </a:ext>
                </a:extLst>
              </a:tr>
              <a:tr h="208636">
                <a:tc>
                  <a:txBody>
                    <a:bodyPr/>
                    <a:lstStyle/>
                    <a:p>
                      <a:pPr algn="l">
                        <a:lnSpc>
                          <a:spcPts val="1505"/>
                        </a:lnSpc>
                        <a:spcAft>
                          <a:spcPts val="1000"/>
                        </a:spcAft>
                      </a:pPr>
                      <a:r>
                        <a:rPr lang="en-ZA" sz="1200" kern="1200">
                          <a:effectLst/>
                        </a:rPr>
                        <a:t>Query Images</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1545933483"/>
                  </a:ext>
                </a:extLst>
              </a:tr>
              <a:tr h="208636">
                <a:tc>
                  <a:txBody>
                    <a:bodyPr/>
                    <a:lstStyle/>
                    <a:p>
                      <a:pPr algn="l">
                        <a:lnSpc>
                          <a:spcPts val="1505"/>
                        </a:lnSpc>
                        <a:spcAft>
                          <a:spcPts val="1000"/>
                        </a:spcAft>
                      </a:pPr>
                      <a:r>
                        <a:rPr lang="en-ZA" sz="1200" kern="1200">
                          <a:effectLst/>
                        </a:rPr>
                        <a:t>Image Scanning</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3799998678"/>
                  </a:ext>
                </a:extLst>
              </a:tr>
              <a:tr h="208636">
                <a:tc>
                  <a:txBody>
                    <a:bodyPr/>
                    <a:lstStyle/>
                    <a:p>
                      <a:pPr algn="l">
                        <a:lnSpc>
                          <a:spcPts val="1505"/>
                        </a:lnSpc>
                        <a:spcAft>
                          <a:spcPts val="1000"/>
                        </a:spcAft>
                      </a:pPr>
                      <a:r>
                        <a:rPr lang="en-ZA" sz="1200" kern="1200">
                          <a:effectLst/>
                        </a:rPr>
                        <a:t>Approval System</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2373621600"/>
                  </a:ext>
                </a:extLst>
              </a:tr>
              <a:tr h="182990">
                <a:tc>
                  <a:txBody>
                    <a:bodyPr/>
                    <a:lstStyle/>
                    <a:p>
                      <a:pPr algn="l">
                        <a:lnSpc>
                          <a:spcPts val="1320"/>
                        </a:lnSpc>
                        <a:spcAft>
                          <a:spcPts val="1000"/>
                        </a:spcAft>
                      </a:pPr>
                      <a:r>
                        <a:rPr lang="en-ZA" sz="1200" kern="1200">
                          <a:effectLst/>
                        </a:rPr>
                        <a:t>Boundary Query</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US" sz="1200" kern="1200" dirty="0">
                          <a:effectLst/>
                        </a:rPr>
                        <a:t>X</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3767230144"/>
                  </a:ext>
                </a:extLst>
              </a:tr>
              <a:tr h="182990">
                <a:tc>
                  <a:txBody>
                    <a:bodyPr/>
                    <a:lstStyle/>
                    <a:p>
                      <a:pPr algn="l">
                        <a:lnSpc>
                          <a:spcPts val="1320"/>
                        </a:lnSpc>
                        <a:spcAft>
                          <a:spcPts val="1000"/>
                        </a:spcAft>
                      </a:pPr>
                      <a:r>
                        <a:rPr lang="en-ZA" sz="1200" kern="1200">
                          <a:effectLst/>
                        </a:rPr>
                        <a:t>DPMS</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3058849180"/>
                  </a:ext>
                </a:extLst>
              </a:tr>
              <a:tr h="208636">
                <a:tc>
                  <a:txBody>
                    <a:bodyPr/>
                    <a:lstStyle/>
                    <a:p>
                      <a:pPr algn="l">
                        <a:lnSpc>
                          <a:spcPts val="1505"/>
                        </a:lnSpc>
                        <a:spcAft>
                          <a:spcPts val="1000"/>
                        </a:spcAft>
                      </a:pPr>
                      <a:r>
                        <a:rPr lang="en-ZA" sz="1200" kern="1200">
                          <a:effectLst/>
                        </a:rPr>
                        <a:t>Data Viewer</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636156873"/>
                  </a:ext>
                </a:extLst>
              </a:tr>
              <a:tr h="208636">
                <a:tc>
                  <a:txBody>
                    <a:bodyPr/>
                    <a:lstStyle/>
                    <a:p>
                      <a:pPr algn="l">
                        <a:lnSpc>
                          <a:spcPts val="1505"/>
                        </a:lnSpc>
                        <a:spcAft>
                          <a:spcPts val="1000"/>
                        </a:spcAft>
                      </a:pPr>
                      <a:r>
                        <a:rPr lang="en-ZA" sz="1200" kern="1200">
                          <a:effectLst/>
                        </a:rPr>
                        <a:t>Blue Book</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1167683964"/>
                  </a:ext>
                </a:extLst>
              </a:tr>
              <a:tr h="208636">
                <a:tc>
                  <a:txBody>
                    <a:bodyPr/>
                    <a:lstStyle/>
                    <a:p>
                      <a:pPr algn="l">
                        <a:lnSpc>
                          <a:spcPts val="1505"/>
                        </a:lnSpc>
                        <a:spcAft>
                          <a:spcPts val="1000"/>
                        </a:spcAft>
                      </a:pPr>
                      <a:r>
                        <a:rPr lang="en-ZA" sz="1200" kern="1200">
                          <a:effectLst/>
                        </a:rPr>
                        <a:t>Capture Document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1063745772"/>
                  </a:ext>
                </a:extLst>
              </a:tr>
              <a:tr h="208636">
                <a:tc>
                  <a:txBody>
                    <a:bodyPr/>
                    <a:lstStyle/>
                    <a:p>
                      <a:pPr algn="l">
                        <a:lnSpc>
                          <a:spcPts val="1505"/>
                        </a:lnSpc>
                        <a:spcAft>
                          <a:spcPts val="1000"/>
                        </a:spcAft>
                      </a:pPr>
                      <a:r>
                        <a:rPr lang="en-ZA" sz="1200" kern="1200">
                          <a:effectLst/>
                        </a:rPr>
                        <a:t>Numeric Capture</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1886018840"/>
                  </a:ext>
                </a:extLst>
              </a:tr>
              <a:tr h="182990">
                <a:tc>
                  <a:txBody>
                    <a:bodyPr/>
                    <a:lstStyle/>
                    <a:p>
                      <a:pPr algn="l">
                        <a:lnSpc>
                          <a:spcPts val="1320"/>
                        </a:lnSpc>
                        <a:spcAft>
                          <a:spcPts val="1000"/>
                        </a:spcAft>
                      </a:pPr>
                      <a:r>
                        <a:rPr lang="en-ZA" sz="1200" kern="1200">
                          <a:effectLst/>
                        </a:rPr>
                        <a:t>Reserve Parcels</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US" sz="1200" kern="1200" dirty="0">
                          <a:effectLst/>
                        </a:rPr>
                        <a:t>X</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3280048319"/>
                  </a:ext>
                </a:extLst>
              </a:tr>
              <a:tr h="208636">
                <a:tc>
                  <a:txBody>
                    <a:bodyPr/>
                    <a:lstStyle/>
                    <a:p>
                      <a:pPr algn="l">
                        <a:lnSpc>
                          <a:spcPts val="1505"/>
                        </a:lnSpc>
                        <a:spcAft>
                          <a:spcPts val="1000"/>
                        </a:spcAft>
                      </a:pPr>
                      <a:r>
                        <a:rPr lang="en-ZA" sz="1200" kern="1200">
                          <a:effectLst/>
                        </a:rPr>
                        <a:t>Manager Reports</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482547982"/>
                  </a:ext>
                </a:extLst>
              </a:tr>
              <a:tr h="208636">
                <a:tc>
                  <a:txBody>
                    <a:bodyPr/>
                    <a:lstStyle/>
                    <a:p>
                      <a:pPr algn="l">
                        <a:lnSpc>
                          <a:spcPts val="1505"/>
                        </a:lnSpc>
                        <a:spcAft>
                          <a:spcPts val="1000"/>
                        </a:spcAft>
                      </a:pPr>
                      <a:r>
                        <a:rPr lang="en-US" sz="1200" kern="1200">
                          <a:effectLst/>
                        </a:rPr>
                        <a:t>R &amp; M</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315668095"/>
                  </a:ext>
                </a:extLst>
              </a:tr>
              <a:tr h="208636">
                <a:tc>
                  <a:txBody>
                    <a:bodyPr/>
                    <a:lstStyle/>
                    <a:p>
                      <a:pPr algn="l">
                        <a:lnSpc>
                          <a:spcPts val="1505"/>
                        </a:lnSpc>
                        <a:spcAft>
                          <a:spcPts val="1000"/>
                        </a:spcAft>
                      </a:pPr>
                      <a:r>
                        <a:rPr lang="en-ZA" sz="1200" kern="1200">
                          <a:effectLst/>
                        </a:rPr>
                        <a:t>Capture SectTitles</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4086869168"/>
                  </a:ext>
                </a:extLst>
              </a:tr>
              <a:tr h="208636">
                <a:tc>
                  <a:txBody>
                    <a:bodyPr/>
                    <a:lstStyle/>
                    <a:p>
                      <a:pPr algn="l">
                        <a:lnSpc>
                          <a:spcPts val="1505"/>
                        </a:lnSpc>
                        <a:spcAft>
                          <a:spcPts val="1000"/>
                        </a:spcAft>
                      </a:pPr>
                      <a:r>
                        <a:rPr lang="en-ZA" sz="1200" kern="1200">
                          <a:effectLst/>
                        </a:rPr>
                        <a:t>Security</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2419139739"/>
                  </a:ext>
                </a:extLst>
              </a:tr>
              <a:tr h="234284">
                <a:tc>
                  <a:txBody>
                    <a:bodyPr/>
                    <a:lstStyle/>
                    <a:p>
                      <a:pPr algn="l">
                        <a:lnSpc>
                          <a:spcPts val="1690"/>
                        </a:lnSpc>
                        <a:spcAft>
                          <a:spcPts val="1000"/>
                        </a:spcAft>
                      </a:pPr>
                      <a:r>
                        <a:rPr lang="en-ZA" sz="1200" kern="1200">
                          <a:effectLst/>
                        </a:rPr>
                        <a:t>Endorsing System</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690"/>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69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690"/>
                        </a:lnSpc>
                        <a:spcAft>
                          <a:spcPts val="1000"/>
                        </a:spcAft>
                      </a:pPr>
                      <a:r>
                        <a:rPr lang="en-ZA"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69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69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690"/>
                        </a:lnSpc>
                        <a:spcAft>
                          <a:spcPts val="1000"/>
                        </a:spcAft>
                      </a:pPr>
                      <a:r>
                        <a:rPr lang="en-ZA" sz="1200" kern="1200">
                          <a:effectLst/>
                        </a:rPr>
                        <a:t>√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690"/>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690"/>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1892080121"/>
                  </a:ext>
                </a:extLst>
              </a:tr>
              <a:tr h="208636">
                <a:tc>
                  <a:txBody>
                    <a:bodyPr/>
                    <a:lstStyle/>
                    <a:p>
                      <a:pPr algn="l">
                        <a:lnSpc>
                          <a:spcPts val="1505"/>
                        </a:lnSpc>
                        <a:spcAft>
                          <a:spcPts val="1000"/>
                        </a:spcAft>
                      </a:pPr>
                      <a:r>
                        <a:rPr lang="en-ZA" sz="1200" kern="1200">
                          <a:effectLst/>
                        </a:rPr>
                        <a:t>Image Locator</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 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X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X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X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3619822046"/>
                  </a:ext>
                </a:extLst>
              </a:tr>
              <a:tr h="208636">
                <a:tc>
                  <a:txBody>
                    <a:bodyPr/>
                    <a:lstStyle/>
                    <a:p>
                      <a:pPr algn="l">
                        <a:lnSpc>
                          <a:spcPts val="1505"/>
                        </a:lnSpc>
                        <a:spcAft>
                          <a:spcPts val="1000"/>
                        </a:spcAft>
                      </a:pPr>
                      <a:r>
                        <a:rPr lang="en-ZA" sz="1200" kern="1200">
                          <a:effectLst/>
                        </a:rPr>
                        <a:t>Table Maintenance</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1922179432"/>
                  </a:ext>
                </a:extLst>
              </a:tr>
              <a:tr h="208636">
                <a:tc>
                  <a:txBody>
                    <a:bodyPr/>
                    <a:lstStyle/>
                    <a:p>
                      <a:pPr algn="l">
                        <a:lnSpc>
                          <a:spcPts val="1505"/>
                        </a:lnSpc>
                        <a:spcAft>
                          <a:spcPts val="1000"/>
                        </a:spcAft>
                      </a:pPr>
                      <a:r>
                        <a:rPr lang="en-ZA" sz="1200" kern="1200">
                          <a:effectLst/>
                        </a:rPr>
                        <a:t>Trig Query</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3423186690"/>
                  </a:ext>
                </a:extLst>
              </a:tr>
              <a:tr h="208636">
                <a:tc>
                  <a:txBody>
                    <a:bodyPr/>
                    <a:lstStyle/>
                    <a:p>
                      <a:pPr algn="l">
                        <a:lnSpc>
                          <a:spcPts val="1505"/>
                        </a:lnSpc>
                        <a:spcAft>
                          <a:spcPts val="1000"/>
                        </a:spcAft>
                      </a:pPr>
                      <a:r>
                        <a:rPr lang="en-ZA" sz="1200" kern="1200">
                          <a:effectLst/>
                        </a:rPr>
                        <a:t>Query Boundaries</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X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X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X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X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X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US" sz="1200" kern="1200" dirty="0">
                          <a:effectLst/>
                        </a:rPr>
                        <a:t>X</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650791795"/>
                  </a:ext>
                </a:extLst>
              </a:tr>
              <a:tr h="208636">
                <a:tc>
                  <a:txBody>
                    <a:bodyPr/>
                    <a:lstStyle/>
                    <a:p>
                      <a:pPr algn="l">
                        <a:lnSpc>
                          <a:spcPts val="1505"/>
                        </a:lnSpc>
                        <a:spcAft>
                          <a:spcPts val="1000"/>
                        </a:spcAft>
                      </a:pPr>
                      <a:r>
                        <a:rPr lang="en-ZA" sz="1200" kern="1200">
                          <a:effectLst/>
                        </a:rPr>
                        <a:t>Mapguide</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 </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337317030"/>
                  </a:ext>
                </a:extLst>
              </a:tr>
              <a:tr h="208636">
                <a:tc>
                  <a:txBody>
                    <a:bodyPr/>
                    <a:lstStyle/>
                    <a:p>
                      <a:pPr algn="l">
                        <a:lnSpc>
                          <a:spcPts val="1505"/>
                        </a:lnSpc>
                        <a:spcAft>
                          <a:spcPts val="1000"/>
                        </a:spcAft>
                      </a:pPr>
                      <a:r>
                        <a:rPr lang="en-ZA" sz="1200" kern="1200" dirty="0">
                          <a:effectLst/>
                        </a:rPr>
                        <a:t>Launcher</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4199228017"/>
                  </a:ext>
                </a:extLst>
              </a:tr>
              <a:tr h="208636">
                <a:tc>
                  <a:txBody>
                    <a:bodyPr/>
                    <a:lstStyle/>
                    <a:p>
                      <a:pPr algn="l">
                        <a:lnSpc>
                          <a:spcPts val="1505"/>
                        </a:lnSpc>
                        <a:spcAft>
                          <a:spcPts val="1000"/>
                        </a:spcAft>
                      </a:pPr>
                      <a:r>
                        <a:rPr lang="en-ZA" sz="1200" kern="1200">
                          <a:effectLst/>
                        </a:rPr>
                        <a:t>AutoEmailer</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ZA" sz="1200" kern="1200">
                          <a:effectLst/>
                        </a:rPr>
                        <a:t>√</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tc>
                  <a:txBody>
                    <a:bodyPr/>
                    <a:lstStyle/>
                    <a:p>
                      <a:pPr algn="ctr">
                        <a:lnSpc>
                          <a:spcPts val="1505"/>
                        </a:lnSpc>
                        <a:spcAft>
                          <a:spcPts val="1000"/>
                        </a:spcAft>
                      </a:pPr>
                      <a:r>
                        <a:rPr lang="en-US" sz="1200" kern="1200">
                          <a:effectLst/>
                        </a:rPr>
                        <a:t>X</a:t>
                      </a:r>
                      <a:endParaRPr lang="en-ZA" sz="160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tc>
                <a:extLst>
                  <a:ext uri="{0D108BD9-81ED-4DB2-BD59-A6C34878D82A}">
                    <a16:rowId xmlns:a16="http://schemas.microsoft.com/office/drawing/2014/main" val="2908640981"/>
                  </a:ext>
                </a:extLst>
              </a:tr>
              <a:tr h="182990">
                <a:tc>
                  <a:txBody>
                    <a:bodyPr/>
                    <a:lstStyle/>
                    <a:p>
                      <a:pPr algn="l">
                        <a:lnSpc>
                          <a:spcPts val="1320"/>
                        </a:lnSpc>
                        <a:spcAft>
                          <a:spcPts val="1000"/>
                        </a:spcAft>
                      </a:pPr>
                      <a:r>
                        <a:rPr lang="en-ZA" sz="1200" kern="1200" dirty="0">
                          <a:effectLst/>
                        </a:rPr>
                        <a:t>CSGWEB</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dirty="0">
                          <a:effectLst/>
                        </a:rPr>
                        <a:t>X </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tc>
                  <a:txBody>
                    <a:bodyPr/>
                    <a:lstStyle/>
                    <a:p>
                      <a:pPr algn="ctr">
                        <a:lnSpc>
                          <a:spcPts val="1320"/>
                        </a:lnSpc>
                        <a:spcAft>
                          <a:spcPts val="1000"/>
                        </a:spcAft>
                      </a:pPr>
                      <a:r>
                        <a:rPr lang="en-ZA" sz="1200" kern="1200" dirty="0">
                          <a:effectLst/>
                        </a:rPr>
                        <a:t>√</a:t>
                      </a:r>
                      <a:endParaRPr lang="en-ZA" sz="16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6068" marR="66068" marT="0" marB="0">
                    <a:solidFill>
                      <a:srgbClr val="FFFF99"/>
                    </a:solidFill>
                  </a:tcPr>
                </a:tc>
                <a:extLst>
                  <a:ext uri="{0D108BD9-81ED-4DB2-BD59-A6C34878D82A}">
                    <a16:rowId xmlns:a16="http://schemas.microsoft.com/office/drawing/2014/main" val="3098357553"/>
                  </a:ext>
                </a:extLst>
              </a:tr>
            </a:tbl>
          </a:graphicData>
        </a:graphic>
      </p:graphicFrame>
    </p:spTree>
    <p:extLst>
      <p:ext uri="{BB962C8B-B14F-4D97-AF65-F5344CB8AC3E}">
        <p14:creationId xmlns:p14="http://schemas.microsoft.com/office/powerpoint/2010/main" val="3137618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81D4E-C78F-4A55-93D2-D5854CC17CF7}"/>
              </a:ext>
            </a:extLst>
          </p:cNvPr>
          <p:cNvSpPr>
            <a:spLocks noGrp="1"/>
          </p:cNvSpPr>
          <p:nvPr>
            <p:ph type="title"/>
          </p:nvPr>
        </p:nvSpPr>
        <p:spPr/>
        <p:txBody>
          <a:bodyPr/>
          <a:lstStyle/>
          <a:p>
            <a:r>
              <a:rPr lang="en-ZA" dirty="0"/>
              <a:t>Spatial | other applications</a:t>
            </a:r>
          </a:p>
        </p:txBody>
      </p:sp>
      <p:graphicFrame>
        <p:nvGraphicFramePr>
          <p:cNvPr id="4" name="Content Placeholder 3">
            <a:extLst>
              <a:ext uri="{FF2B5EF4-FFF2-40B4-BE49-F238E27FC236}">
                <a16:creationId xmlns:a16="http://schemas.microsoft.com/office/drawing/2014/main" id="{88158B3F-7596-46BE-AB40-0300D13A09D4}"/>
              </a:ext>
            </a:extLst>
          </p:cNvPr>
          <p:cNvGraphicFramePr>
            <a:graphicFrameLocks noGrp="1"/>
          </p:cNvGraphicFramePr>
          <p:nvPr>
            <p:ph idx="1"/>
            <p:extLst>
              <p:ext uri="{D42A27DB-BD31-4B8C-83A1-F6EECF244321}">
                <p14:modId xmlns:p14="http://schemas.microsoft.com/office/powerpoint/2010/main" val="3756318983"/>
              </p:ext>
            </p:extLst>
          </p:nvPr>
        </p:nvGraphicFramePr>
        <p:xfrm>
          <a:off x="956564" y="885724"/>
          <a:ext cx="7755309" cy="5386500"/>
        </p:xfrm>
        <a:graphic>
          <a:graphicData uri="http://schemas.openxmlformats.org/drawingml/2006/table">
            <a:tbl>
              <a:tblPr firstRow="1" firstCol="1" bandRow="1" bandCol="1">
                <a:tableStyleId>{5A111915-BE36-4E01-A7E5-04B1672EAD32}</a:tableStyleId>
              </a:tblPr>
              <a:tblGrid>
                <a:gridCol w="2170525">
                  <a:extLst>
                    <a:ext uri="{9D8B030D-6E8A-4147-A177-3AD203B41FA5}">
                      <a16:colId xmlns:a16="http://schemas.microsoft.com/office/drawing/2014/main" val="1546869397"/>
                    </a:ext>
                  </a:extLst>
                </a:gridCol>
                <a:gridCol w="2356205">
                  <a:extLst>
                    <a:ext uri="{9D8B030D-6E8A-4147-A177-3AD203B41FA5}">
                      <a16:colId xmlns:a16="http://schemas.microsoft.com/office/drawing/2014/main" val="3302477811"/>
                    </a:ext>
                  </a:extLst>
                </a:gridCol>
                <a:gridCol w="496704">
                  <a:extLst>
                    <a:ext uri="{9D8B030D-6E8A-4147-A177-3AD203B41FA5}">
                      <a16:colId xmlns:a16="http://schemas.microsoft.com/office/drawing/2014/main" val="35270685"/>
                    </a:ext>
                  </a:extLst>
                </a:gridCol>
                <a:gridCol w="345919">
                  <a:extLst>
                    <a:ext uri="{9D8B030D-6E8A-4147-A177-3AD203B41FA5}">
                      <a16:colId xmlns:a16="http://schemas.microsoft.com/office/drawing/2014/main" val="4105925795"/>
                    </a:ext>
                  </a:extLst>
                </a:gridCol>
                <a:gridCol w="408007">
                  <a:extLst>
                    <a:ext uri="{9D8B030D-6E8A-4147-A177-3AD203B41FA5}">
                      <a16:colId xmlns:a16="http://schemas.microsoft.com/office/drawing/2014/main" val="1277981371"/>
                    </a:ext>
                  </a:extLst>
                </a:gridCol>
                <a:gridCol w="478965">
                  <a:extLst>
                    <a:ext uri="{9D8B030D-6E8A-4147-A177-3AD203B41FA5}">
                      <a16:colId xmlns:a16="http://schemas.microsoft.com/office/drawing/2014/main" val="970085196"/>
                    </a:ext>
                  </a:extLst>
                </a:gridCol>
                <a:gridCol w="337049">
                  <a:extLst>
                    <a:ext uri="{9D8B030D-6E8A-4147-A177-3AD203B41FA5}">
                      <a16:colId xmlns:a16="http://schemas.microsoft.com/office/drawing/2014/main" val="1367128613"/>
                    </a:ext>
                  </a:extLst>
                </a:gridCol>
                <a:gridCol w="416878">
                  <a:extLst>
                    <a:ext uri="{9D8B030D-6E8A-4147-A177-3AD203B41FA5}">
                      <a16:colId xmlns:a16="http://schemas.microsoft.com/office/drawing/2014/main" val="3004495587"/>
                    </a:ext>
                  </a:extLst>
                </a:gridCol>
                <a:gridCol w="372529">
                  <a:extLst>
                    <a:ext uri="{9D8B030D-6E8A-4147-A177-3AD203B41FA5}">
                      <a16:colId xmlns:a16="http://schemas.microsoft.com/office/drawing/2014/main" val="3650581679"/>
                    </a:ext>
                  </a:extLst>
                </a:gridCol>
                <a:gridCol w="372528">
                  <a:extLst>
                    <a:ext uri="{9D8B030D-6E8A-4147-A177-3AD203B41FA5}">
                      <a16:colId xmlns:a16="http://schemas.microsoft.com/office/drawing/2014/main" val="2825558414"/>
                    </a:ext>
                  </a:extLst>
                </a:gridCol>
              </a:tblGrid>
              <a:tr h="177385">
                <a:tc>
                  <a:txBody>
                    <a:bodyPr/>
                    <a:lstStyle/>
                    <a:p>
                      <a:pPr algn="ctr">
                        <a:lnSpc>
                          <a:spcPts val="1625"/>
                        </a:lnSpc>
                        <a:spcAft>
                          <a:spcPts val="0"/>
                        </a:spcAft>
                      </a:pPr>
                      <a:r>
                        <a:rPr lang="en-ZA" sz="800" kern="1200">
                          <a:effectLst/>
                        </a:rPr>
                        <a:t>Name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ctr">
                        <a:lnSpc>
                          <a:spcPts val="1625"/>
                        </a:lnSpc>
                        <a:spcAft>
                          <a:spcPts val="0"/>
                        </a:spcAft>
                      </a:pPr>
                      <a:r>
                        <a:rPr lang="en-US" sz="800" kern="1200">
                          <a:effectLst/>
                        </a:rPr>
                        <a:t>Description</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ctr">
                        <a:lnSpc>
                          <a:spcPts val="1625"/>
                        </a:lnSpc>
                        <a:spcAft>
                          <a:spcPts val="0"/>
                        </a:spcAft>
                      </a:pPr>
                      <a:r>
                        <a:rPr lang="en-US" sz="800" kern="1200">
                          <a:effectLst/>
                        </a:rPr>
                        <a:t>KZN</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ctr">
                        <a:lnSpc>
                          <a:spcPts val="1625"/>
                        </a:lnSpc>
                        <a:spcAft>
                          <a:spcPts val="0"/>
                        </a:spcAft>
                      </a:pPr>
                      <a:r>
                        <a:rPr lang="en-US" sz="800" kern="1200">
                          <a:effectLst/>
                        </a:rPr>
                        <a:t>GP</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ctr">
                        <a:lnSpc>
                          <a:spcPts val="1625"/>
                        </a:lnSpc>
                        <a:spcAft>
                          <a:spcPts val="0"/>
                        </a:spcAft>
                      </a:pPr>
                      <a:r>
                        <a:rPr lang="en-US" sz="800" kern="1200">
                          <a:effectLst/>
                        </a:rPr>
                        <a:t>MPU</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ctr">
                        <a:lnSpc>
                          <a:spcPts val="1625"/>
                        </a:lnSpc>
                        <a:spcAft>
                          <a:spcPts val="0"/>
                        </a:spcAft>
                      </a:pPr>
                      <a:r>
                        <a:rPr lang="en-ZA" sz="800" kern="1200">
                          <a:effectLst/>
                        </a:rPr>
                        <a:t> LMP</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ctr">
                        <a:lnSpc>
                          <a:spcPts val="1625"/>
                        </a:lnSpc>
                        <a:spcAft>
                          <a:spcPts val="0"/>
                        </a:spcAft>
                      </a:pPr>
                      <a:r>
                        <a:rPr lang="en-US" sz="800" kern="1200">
                          <a:effectLst/>
                        </a:rPr>
                        <a:t>NW</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ctr">
                        <a:lnSpc>
                          <a:spcPts val="1625"/>
                        </a:lnSpc>
                        <a:spcAft>
                          <a:spcPts val="0"/>
                        </a:spcAft>
                      </a:pPr>
                      <a:r>
                        <a:rPr lang="en-US" sz="800" kern="1200">
                          <a:effectLst/>
                        </a:rPr>
                        <a:t>FS</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ctr">
                        <a:lnSpc>
                          <a:spcPts val="1625"/>
                        </a:lnSpc>
                        <a:spcAft>
                          <a:spcPts val="0"/>
                        </a:spcAft>
                      </a:pPr>
                      <a:r>
                        <a:rPr lang="en-US" sz="800" kern="1200">
                          <a:effectLst/>
                        </a:rPr>
                        <a:t>WC</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ctr">
                        <a:lnSpc>
                          <a:spcPts val="1625"/>
                        </a:lnSpc>
                        <a:spcAft>
                          <a:spcPts val="0"/>
                        </a:spcAft>
                      </a:pPr>
                      <a:r>
                        <a:rPr lang="en-US" sz="800" kern="1200">
                          <a:effectLst/>
                        </a:rPr>
                        <a:t>EC</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134921531"/>
                  </a:ext>
                </a:extLst>
              </a:tr>
              <a:tr h="129893">
                <a:tc>
                  <a:txBody>
                    <a:bodyPr/>
                    <a:lstStyle/>
                    <a:p>
                      <a:pPr algn="l" fontAlgn="ctr">
                        <a:spcAft>
                          <a:spcPts val="0"/>
                        </a:spcAft>
                      </a:pPr>
                      <a:r>
                        <a:rPr lang="en-US" sz="700" kern="1200">
                          <a:effectLst/>
                        </a:rPr>
                        <a:t>1Map.co.za</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dirty="0">
                          <a:effectLst/>
                        </a:rPr>
                        <a:t>Search Address- Information Provision</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extLst>
                  <a:ext uri="{0D108BD9-81ED-4DB2-BD59-A6C34878D82A}">
                    <a16:rowId xmlns:a16="http://schemas.microsoft.com/office/drawing/2014/main" val="658720040"/>
                  </a:ext>
                </a:extLst>
              </a:tr>
              <a:tr h="115395">
                <a:tc>
                  <a:txBody>
                    <a:bodyPr/>
                    <a:lstStyle/>
                    <a:p>
                      <a:pPr algn="l" fontAlgn="ctr">
                        <a:spcAft>
                          <a:spcPts val="0"/>
                        </a:spcAft>
                      </a:pPr>
                      <a:r>
                        <a:rPr lang="en-US" sz="700" kern="1200">
                          <a:effectLst/>
                        </a:rPr>
                        <a:t>AutoCAD with Munsys</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627637578"/>
                  </a:ext>
                </a:extLst>
              </a:tr>
              <a:tr h="115395">
                <a:tc>
                  <a:txBody>
                    <a:bodyPr/>
                    <a:lstStyle/>
                    <a:p>
                      <a:pPr algn="l" fontAlgn="ctr">
                        <a:spcAft>
                          <a:spcPts val="0"/>
                        </a:spcAft>
                      </a:pPr>
                      <a:r>
                        <a:rPr lang="en-US" sz="700" kern="1200">
                          <a:effectLst/>
                        </a:rPr>
                        <a:t>Command Prompt (Dos Box)</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2696219837"/>
                  </a:ext>
                </a:extLst>
              </a:tr>
              <a:tr h="115395">
                <a:tc>
                  <a:txBody>
                    <a:bodyPr/>
                    <a:lstStyle/>
                    <a:p>
                      <a:pPr algn="l" fontAlgn="ctr">
                        <a:spcAft>
                          <a:spcPts val="0"/>
                        </a:spcAft>
                      </a:pPr>
                      <a:r>
                        <a:rPr lang="en-US" sz="700" kern="1200" dirty="0">
                          <a:effectLst/>
                        </a:rPr>
                        <a:t>Darryl ‘s Excel Tool</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dirty="0">
                          <a:effectLst/>
                        </a:rPr>
                        <a:t>√</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extLst>
                  <a:ext uri="{0D108BD9-81ED-4DB2-BD59-A6C34878D82A}">
                    <a16:rowId xmlns:a16="http://schemas.microsoft.com/office/drawing/2014/main" val="2547975263"/>
                  </a:ext>
                </a:extLst>
              </a:tr>
              <a:tr h="115395">
                <a:tc>
                  <a:txBody>
                    <a:bodyPr/>
                    <a:lstStyle/>
                    <a:p>
                      <a:pPr algn="l" fontAlgn="ctr">
                        <a:spcAft>
                          <a:spcPts val="0"/>
                        </a:spcAft>
                      </a:pPr>
                      <a:r>
                        <a:rPr lang="en-US" sz="700" kern="1200" dirty="0" err="1">
                          <a:effectLst/>
                        </a:rPr>
                        <a:t>Debenu</a:t>
                      </a:r>
                      <a:r>
                        <a:rPr lang="en-US" sz="700" kern="1200" dirty="0">
                          <a:effectLst/>
                        </a:rPr>
                        <a:t> PDF tools</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ZA" sz="700" kern="1200">
                          <a:effectLst/>
                        </a:rPr>
                        <a:t>Conversion from PDF to TIF</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389594075"/>
                  </a:ext>
                </a:extLst>
              </a:tr>
              <a:tr h="115395">
                <a:tc>
                  <a:txBody>
                    <a:bodyPr/>
                    <a:lstStyle/>
                    <a:p>
                      <a:pPr algn="l" fontAlgn="ctr">
                        <a:spcAft>
                          <a:spcPts val="0"/>
                        </a:spcAft>
                      </a:pPr>
                      <a:r>
                        <a:rPr lang="en-US" sz="700" kern="1200" dirty="0">
                          <a:effectLst/>
                        </a:rPr>
                        <a:t>Deeds Web</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943366913"/>
                  </a:ext>
                </a:extLst>
              </a:tr>
              <a:tr h="129893">
                <a:tc>
                  <a:txBody>
                    <a:bodyPr/>
                    <a:lstStyle/>
                    <a:p>
                      <a:pPr algn="l" fontAlgn="ctr">
                        <a:spcAft>
                          <a:spcPts val="0"/>
                        </a:spcAft>
                      </a:pPr>
                      <a:r>
                        <a:rPr lang="en-US" sz="700" kern="1200" dirty="0" err="1">
                          <a:effectLst/>
                        </a:rPr>
                        <a:t>eFileViewer</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ZA" sz="700" kern="1200">
                          <a:effectLst/>
                        </a:rPr>
                        <a:t>Docket, caveats / interdicts and red line diagrams scanned</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4202754372"/>
                  </a:ext>
                </a:extLst>
              </a:tr>
              <a:tr h="115395">
                <a:tc>
                  <a:txBody>
                    <a:bodyPr/>
                    <a:lstStyle/>
                    <a:p>
                      <a:pPr algn="l" fontAlgn="ctr">
                        <a:spcAft>
                          <a:spcPts val="0"/>
                        </a:spcAft>
                      </a:pPr>
                      <a:r>
                        <a:rPr lang="en-ZA" sz="700" kern="1200" dirty="0">
                          <a:effectLst/>
                        </a:rPr>
                        <a:t>Electronic ERF Schedule (MDB Application)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dirty="0">
                          <a:effectLst/>
                        </a:rPr>
                        <a:t>√</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extLst>
                  <a:ext uri="{0D108BD9-81ED-4DB2-BD59-A6C34878D82A}">
                    <a16:rowId xmlns:a16="http://schemas.microsoft.com/office/drawing/2014/main" val="3017699473"/>
                  </a:ext>
                </a:extLst>
              </a:tr>
              <a:tr h="115395">
                <a:tc>
                  <a:txBody>
                    <a:bodyPr/>
                    <a:lstStyle/>
                    <a:p>
                      <a:pPr algn="l" fontAlgn="ctr">
                        <a:spcAft>
                          <a:spcPts val="0"/>
                        </a:spcAft>
                      </a:pPr>
                      <a:r>
                        <a:rPr lang="en-US" sz="700" kern="1200" dirty="0" err="1">
                          <a:effectLst/>
                        </a:rPr>
                        <a:t>eNotes</a:t>
                      </a:r>
                      <a:r>
                        <a:rPr lang="en-US" sz="700" kern="1200" dirty="0">
                          <a:effectLst/>
                        </a:rPr>
                        <a:t>/</a:t>
                      </a:r>
                      <a:r>
                        <a:rPr lang="en-US" sz="700" kern="1200" dirty="0" err="1">
                          <a:effectLst/>
                        </a:rPr>
                        <a:t>Adbo</a:t>
                      </a:r>
                      <a:r>
                        <a:rPr lang="en-US" sz="700" kern="1200" dirty="0">
                          <a:effectLst/>
                        </a:rPr>
                        <a:t> Reader</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929460127"/>
                  </a:ext>
                </a:extLst>
              </a:tr>
              <a:tr h="129893">
                <a:tc>
                  <a:txBody>
                    <a:bodyPr/>
                    <a:lstStyle/>
                    <a:p>
                      <a:pPr algn="l" fontAlgn="ctr">
                        <a:spcAft>
                          <a:spcPts val="0"/>
                        </a:spcAft>
                      </a:pPr>
                      <a:r>
                        <a:rPr lang="en-US" sz="700" kern="1200" dirty="0">
                          <a:effectLst/>
                        </a:rPr>
                        <a:t>ESDR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ZA" sz="700" kern="1200">
                          <a:effectLst/>
                        </a:rPr>
                        <a:t>Recording the workflow of customer request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4054869448"/>
                  </a:ext>
                </a:extLst>
              </a:tr>
              <a:tr h="115395">
                <a:tc>
                  <a:txBody>
                    <a:bodyPr/>
                    <a:lstStyle/>
                    <a:p>
                      <a:pPr algn="l" fontAlgn="ctr">
                        <a:spcAft>
                          <a:spcPts val="0"/>
                        </a:spcAft>
                      </a:pPr>
                      <a:r>
                        <a:rPr lang="en-US" sz="700" kern="1200" dirty="0">
                          <a:effectLst/>
                        </a:rPr>
                        <a:t>GIS – ArcMap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721822570"/>
                  </a:ext>
                </a:extLst>
              </a:tr>
              <a:tr h="115395">
                <a:tc>
                  <a:txBody>
                    <a:bodyPr/>
                    <a:lstStyle/>
                    <a:p>
                      <a:pPr algn="l" fontAlgn="ctr">
                        <a:spcAft>
                          <a:spcPts val="0"/>
                        </a:spcAft>
                      </a:pPr>
                      <a:r>
                        <a:rPr lang="en-US" sz="700" kern="1200" dirty="0">
                          <a:effectLst/>
                        </a:rPr>
                        <a:t>Google Earth /Google Map</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806851453"/>
                  </a:ext>
                </a:extLst>
              </a:tr>
              <a:tr h="115395">
                <a:tc>
                  <a:txBody>
                    <a:bodyPr/>
                    <a:lstStyle/>
                    <a:p>
                      <a:pPr algn="l" fontAlgn="ctr">
                        <a:spcAft>
                          <a:spcPts val="0"/>
                        </a:spcAft>
                      </a:pPr>
                      <a:r>
                        <a:rPr lang="en-US" sz="700" kern="1200" dirty="0">
                          <a:effectLst/>
                        </a:rPr>
                        <a:t>Help Desk (Issue Log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Log IT support queries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666163166"/>
                  </a:ext>
                </a:extLst>
              </a:tr>
              <a:tr h="115395">
                <a:tc>
                  <a:txBody>
                    <a:bodyPr/>
                    <a:lstStyle/>
                    <a:p>
                      <a:pPr algn="l" fontAlgn="ctr">
                        <a:spcAft>
                          <a:spcPts val="0"/>
                        </a:spcAft>
                      </a:pPr>
                      <a:r>
                        <a:rPr lang="en-US" sz="700" kern="1200" dirty="0">
                          <a:effectLst/>
                        </a:rPr>
                        <a:t>http://emap.capetown.gov.za/egispbdm/</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4144703783"/>
                  </a:ext>
                </a:extLst>
              </a:tr>
              <a:tr h="129893">
                <a:tc>
                  <a:txBody>
                    <a:bodyPr/>
                    <a:lstStyle/>
                    <a:p>
                      <a:pPr algn="l" fontAlgn="ctr">
                        <a:spcAft>
                          <a:spcPts val="0"/>
                        </a:spcAft>
                      </a:pPr>
                      <a:r>
                        <a:rPr lang="en-US" sz="700" kern="1200" dirty="0" err="1">
                          <a:effectLst/>
                        </a:rPr>
                        <a:t>InfoMap</a:t>
                      </a: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ZA" sz="700" kern="1200">
                          <a:effectLst/>
                        </a:rPr>
                        <a:t>Copy the coordinates captured by Capturer</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dirty="0">
                          <a:effectLst/>
                        </a:rPr>
                        <a:t>√</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extLst>
                  <a:ext uri="{0D108BD9-81ED-4DB2-BD59-A6C34878D82A}">
                    <a16:rowId xmlns:a16="http://schemas.microsoft.com/office/drawing/2014/main" val="1661907003"/>
                  </a:ext>
                </a:extLst>
              </a:tr>
              <a:tr h="115395">
                <a:tc>
                  <a:txBody>
                    <a:bodyPr/>
                    <a:lstStyle/>
                    <a:p>
                      <a:pPr algn="l" fontAlgn="ctr">
                        <a:spcAft>
                          <a:spcPts val="0"/>
                        </a:spcAft>
                      </a:pPr>
                      <a:r>
                        <a:rPr lang="en-US" sz="700" kern="1200" dirty="0" err="1">
                          <a:effectLst/>
                        </a:rPr>
                        <a:t>MapGuide</a:t>
                      </a:r>
                      <a:r>
                        <a:rPr lang="en-US" sz="700" kern="1200" dirty="0">
                          <a:effectLst/>
                        </a:rPr>
                        <a:t> Author</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dirty="0">
                          <a:effectLst/>
                        </a:rPr>
                        <a:t>√</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t">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extLst>
                  <a:ext uri="{0D108BD9-81ED-4DB2-BD59-A6C34878D82A}">
                    <a16:rowId xmlns:a16="http://schemas.microsoft.com/office/drawing/2014/main" val="1480389127"/>
                  </a:ext>
                </a:extLst>
              </a:tr>
              <a:tr h="115395">
                <a:tc>
                  <a:txBody>
                    <a:bodyPr/>
                    <a:lstStyle/>
                    <a:p>
                      <a:pPr algn="l" fontAlgn="ctr">
                        <a:spcAft>
                          <a:spcPts val="0"/>
                        </a:spcAft>
                      </a:pPr>
                      <a:r>
                        <a:rPr lang="en-US" sz="700" kern="1200">
                          <a:effectLst/>
                        </a:rPr>
                        <a:t>Microsoft Document Imaging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331420321"/>
                  </a:ext>
                </a:extLst>
              </a:tr>
              <a:tr h="115395">
                <a:tc>
                  <a:txBody>
                    <a:bodyPr/>
                    <a:lstStyle/>
                    <a:p>
                      <a:pPr algn="l" fontAlgn="ctr">
                        <a:spcAft>
                          <a:spcPts val="0"/>
                        </a:spcAft>
                      </a:pPr>
                      <a:r>
                        <a:rPr lang="en-US" sz="700" kern="1200">
                          <a:effectLst/>
                        </a:rPr>
                        <a:t>Microsoft Visual Basic</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Programming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984270315"/>
                  </a:ext>
                </a:extLst>
              </a:tr>
              <a:tr h="115395">
                <a:tc>
                  <a:txBody>
                    <a:bodyPr/>
                    <a:lstStyle/>
                    <a:p>
                      <a:pPr algn="l" fontAlgn="ctr">
                        <a:spcAft>
                          <a:spcPts val="0"/>
                        </a:spcAft>
                      </a:pPr>
                      <a:r>
                        <a:rPr lang="en-US" sz="700" kern="1200">
                          <a:effectLst/>
                        </a:rPr>
                        <a:t>MS Office</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572510240"/>
                  </a:ext>
                </a:extLst>
              </a:tr>
              <a:tr h="115395">
                <a:tc>
                  <a:txBody>
                    <a:bodyPr/>
                    <a:lstStyle/>
                    <a:p>
                      <a:pPr algn="l" fontAlgn="ctr">
                        <a:spcAft>
                          <a:spcPts val="0"/>
                        </a:spcAft>
                      </a:pPr>
                      <a:r>
                        <a:rPr lang="en-ZA" sz="700" kern="1200">
                          <a:effectLst/>
                        </a:rPr>
                        <a:t>MS Office – PowerPoint and Publisher</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t">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744673693"/>
                  </a:ext>
                </a:extLst>
              </a:tr>
              <a:tr h="77781">
                <a:tc>
                  <a:txBody>
                    <a:bodyPr/>
                    <a:lstStyle/>
                    <a:p>
                      <a:pPr algn="l" fontAlgn="ctr">
                        <a:spcAft>
                          <a:spcPts val="0"/>
                        </a:spcAft>
                      </a:pPr>
                      <a:r>
                        <a:rPr lang="en-US" sz="700" kern="1200">
                          <a:effectLst/>
                        </a:rPr>
                        <a:t>Next Image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Scanning Driver</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947984041"/>
                  </a:ext>
                </a:extLst>
              </a:tr>
              <a:tr h="77781">
                <a:tc>
                  <a:txBody>
                    <a:bodyPr/>
                    <a:lstStyle/>
                    <a:p>
                      <a:pPr algn="l" fontAlgn="ctr">
                        <a:spcAft>
                          <a:spcPts val="0"/>
                        </a:spcAft>
                      </a:pPr>
                      <a:r>
                        <a:rPr lang="en-US" sz="700" kern="1200">
                          <a:effectLst/>
                        </a:rPr>
                        <a:t>Notepad/WordPad /Notepad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941729662"/>
                  </a:ext>
                </a:extLst>
              </a:tr>
              <a:tr h="77781">
                <a:tc>
                  <a:txBody>
                    <a:bodyPr/>
                    <a:lstStyle/>
                    <a:p>
                      <a:pPr algn="l" fontAlgn="ctr">
                        <a:spcAft>
                          <a:spcPts val="0"/>
                        </a:spcAft>
                      </a:pPr>
                      <a:r>
                        <a:rPr lang="en-US" sz="700" kern="1200">
                          <a:effectLst/>
                        </a:rPr>
                        <a:t>OCR Irfan View</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052269483"/>
                  </a:ext>
                </a:extLst>
              </a:tr>
              <a:tr h="77781">
                <a:tc>
                  <a:txBody>
                    <a:bodyPr/>
                    <a:lstStyle/>
                    <a:p>
                      <a:pPr algn="l" fontAlgn="ctr">
                        <a:spcAft>
                          <a:spcPts val="0"/>
                        </a:spcAft>
                      </a:pPr>
                      <a:r>
                        <a:rPr lang="en-US" sz="700" kern="1200">
                          <a:effectLst/>
                        </a:rPr>
                        <a:t>One Note</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348026297"/>
                  </a:ext>
                </a:extLst>
              </a:tr>
              <a:tr h="77781">
                <a:tc>
                  <a:txBody>
                    <a:bodyPr/>
                    <a:lstStyle/>
                    <a:p>
                      <a:pPr algn="l" fontAlgn="ctr">
                        <a:spcAft>
                          <a:spcPts val="0"/>
                        </a:spcAft>
                      </a:pPr>
                      <a:r>
                        <a:rPr lang="en-US" sz="700" kern="1200">
                          <a:effectLst/>
                        </a:rPr>
                        <a:t>Oracle – SQL Plus</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2636414763"/>
                  </a:ext>
                </a:extLst>
              </a:tr>
              <a:tr h="96907">
                <a:tc>
                  <a:txBody>
                    <a:bodyPr/>
                    <a:lstStyle/>
                    <a:p>
                      <a:pPr algn="l" fontAlgn="ctr">
                        <a:spcAft>
                          <a:spcPts val="0"/>
                        </a:spcAft>
                      </a:pPr>
                      <a:r>
                        <a:rPr lang="en-US" sz="700" kern="1200">
                          <a:effectLst/>
                        </a:rPr>
                        <a:t>Parcel Mate</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extLst>
                  <a:ext uri="{0D108BD9-81ED-4DB2-BD59-A6C34878D82A}">
                    <a16:rowId xmlns:a16="http://schemas.microsoft.com/office/drawing/2014/main" val="796374097"/>
                  </a:ext>
                </a:extLst>
              </a:tr>
              <a:tr h="84474">
                <a:tc>
                  <a:txBody>
                    <a:bodyPr/>
                    <a:lstStyle/>
                    <a:p>
                      <a:pPr algn="l" fontAlgn="ctr">
                        <a:spcAft>
                          <a:spcPts val="0"/>
                        </a:spcAft>
                      </a:pPr>
                      <a:r>
                        <a:rPr lang="en-US" sz="700" kern="1200" dirty="0" err="1">
                          <a:effectLst/>
                        </a:rPr>
                        <a:t>ParcelInfo</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l"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extLst>
                  <a:ext uri="{0D108BD9-81ED-4DB2-BD59-A6C34878D82A}">
                    <a16:rowId xmlns:a16="http://schemas.microsoft.com/office/drawing/2014/main" val="1519227301"/>
                  </a:ext>
                </a:extLst>
              </a:tr>
              <a:tr h="77781">
                <a:tc>
                  <a:txBody>
                    <a:bodyPr/>
                    <a:lstStyle/>
                    <a:p>
                      <a:pPr algn="just" fontAlgn="ctr">
                        <a:spcAft>
                          <a:spcPts val="0"/>
                        </a:spcAft>
                      </a:pPr>
                      <a:r>
                        <a:rPr lang="en-US" sz="700" kern="1200">
                          <a:effectLst/>
                        </a:rPr>
                        <a:t>PDF Creator</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84690756"/>
                  </a:ext>
                </a:extLst>
              </a:tr>
              <a:tr h="77781">
                <a:tc>
                  <a:txBody>
                    <a:bodyPr/>
                    <a:lstStyle/>
                    <a:p>
                      <a:pPr algn="just" fontAlgn="ctr">
                        <a:spcAft>
                          <a:spcPts val="0"/>
                        </a:spcAft>
                      </a:pPr>
                      <a:r>
                        <a:rPr lang="en-US" sz="700" kern="1200">
                          <a:effectLst/>
                        </a:rPr>
                        <a:t>PDF Viewer</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129011456"/>
                  </a:ext>
                </a:extLst>
              </a:tr>
              <a:tr h="77781">
                <a:tc>
                  <a:txBody>
                    <a:bodyPr/>
                    <a:lstStyle/>
                    <a:p>
                      <a:pPr algn="just" fontAlgn="ctr">
                        <a:spcAft>
                          <a:spcPts val="0"/>
                        </a:spcAft>
                      </a:pPr>
                      <a:r>
                        <a:rPr lang="en-US" sz="700" kern="1200">
                          <a:effectLst/>
                        </a:rPr>
                        <a:t>PDF Xchange Viewer</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915822926"/>
                  </a:ext>
                </a:extLst>
              </a:tr>
              <a:tr h="129893">
                <a:tc>
                  <a:txBody>
                    <a:bodyPr/>
                    <a:lstStyle/>
                    <a:p>
                      <a:pPr algn="just" fontAlgn="ctr">
                        <a:spcAft>
                          <a:spcPts val="0"/>
                        </a:spcAft>
                      </a:pPr>
                      <a:r>
                        <a:rPr lang="en-US" sz="700" kern="1200">
                          <a:effectLst/>
                        </a:rPr>
                        <a:t>Plan Safe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ZA" sz="700" kern="1200">
                          <a:effectLst/>
                        </a:rPr>
                        <a:t>Tracks movement of the physical documents</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24946176"/>
                  </a:ext>
                </a:extLst>
              </a:tr>
              <a:tr h="77781">
                <a:tc>
                  <a:txBody>
                    <a:bodyPr/>
                    <a:lstStyle/>
                    <a:p>
                      <a:pPr algn="just" fontAlgn="ctr">
                        <a:spcAft>
                          <a:spcPts val="0"/>
                        </a:spcAft>
                      </a:pPr>
                      <a:r>
                        <a:rPr lang="en-US" sz="700" kern="1200">
                          <a:effectLst/>
                        </a:rPr>
                        <a:t>Planet GIS</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To view Spatial Data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847557037"/>
                  </a:ext>
                </a:extLst>
              </a:tr>
              <a:tr h="77781">
                <a:tc>
                  <a:txBody>
                    <a:bodyPr/>
                    <a:lstStyle/>
                    <a:p>
                      <a:pPr algn="just" fontAlgn="ctr">
                        <a:spcAft>
                          <a:spcPts val="0"/>
                        </a:spcAft>
                      </a:pPr>
                      <a:r>
                        <a:rPr lang="en-US" sz="700" kern="1200">
                          <a:effectLst/>
                        </a:rPr>
                        <a:t>Polar and Join Excel</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For calculations</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116705096"/>
                  </a:ext>
                </a:extLst>
              </a:tr>
              <a:tr h="77781">
                <a:tc>
                  <a:txBody>
                    <a:bodyPr/>
                    <a:lstStyle/>
                    <a:p>
                      <a:pPr algn="just" fontAlgn="ctr">
                        <a:spcAft>
                          <a:spcPts val="0"/>
                        </a:spcAft>
                      </a:pPr>
                      <a:r>
                        <a:rPr lang="en-US" sz="700" kern="1200">
                          <a:effectLst/>
                        </a:rPr>
                        <a:t>QGIS</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802409156"/>
                  </a:ext>
                </a:extLst>
              </a:tr>
              <a:tr h="40524">
                <a:tc>
                  <a:txBody>
                    <a:bodyPr/>
                    <a:lstStyle/>
                    <a:p>
                      <a:pPr algn="just" fontAlgn="ctr">
                        <a:spcAft>
                          <a:spcPts val="0"/>
                        </a:spcAft>
                      </a:pPr>
                      <a:r>
                        <a:rPr lang="en-US" sz="700" kern="1200">
                          <a:effectLst/>
                        </a:rPr>
                        <a:t>Queue System</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ZA" sz="700" kern="1200">
                          <a:effectLst/>
                        </a:rPr>
                        <a:t>To manage the customer counters (information provisioning)</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2865446934"/>
                  </a:ext>
                </a:extLst>
              </a:tr>
              <a:tr h="102008">
                <a:tc>
                  <a:txBody>
                    <a:bodyPr/>
                    <a:lstStyle/>
                    <a:p>
                      <a:pPr algn="just" fontAlgn="ctr">
                        <a:spcAft>
                          <a:spcPts val="0"/>
                        </a:spcAft>
                      </a:pPr>
                      <a:r>
                        <a:rPr lang="en-US" sz="700" kern="1200" dirty="0" err="1">
                          <a:effectLst/>
                        </a:rPr>
                        <a:t>Rediris</a:t>
                      </a:r>
                      <a:r>
                        <a:rPr lang="en-US" sz="700" kern="1200" dirty="0">
                          <a:effectLst/>
                        </a:rPr>
                        <a:t> Pro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OCR</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602778489"/>
                  </a:ext>
                </a:extLst>
              </a:tr>
              <a:tr h="84474">
                <a:tc>
                  <a:txBody>
                    <a:bodyPr/>
                    <a:lstStyle/>
                    <a:p>
                      <a:pPr algn="just" fontAlgn="ctr">
                        <a:spcAft>
                          <a:spcPts val="0"/>
                        </a:spcAft>
                      </a:pPr>
                      <a:r>
                        <a:rPr lang="en-US" sz="700" kern="1200">
                          <a:effectLst/>
                        </a:rPr>
                        <a:t>SGSurvey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4143312460"/>
                  </a:ext>
                </a:extLst>
              </a:tr>
              <a:tr h="77781">
                <a:tc>
                  <a:txBody>
                    <a:bodyPr/>
                    <a:lstStyle/>
                    <a:p>
                      <a:pPr algn="just" fontAlgn="ctr">
                        <a:spcAft>
                          <a:spcPts val="0"/>
                        </a:spcAft>
                      </a:pPr>
                      <a:r>
                        <a:rPr lang="en-US" sz="700" kern="1200">
                          <a:effectLst/>
                        </a:rPr>
                        <a:t>SpiSys</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328058979"/>
                  </a:ext>
                </a:extLst>
              </a:tr>
              <a:tr h="77781">
                <a:tc>
                  <a:txBody>
                    <a:bodyPr/>
                    <a:lstStyle/>
                    <a:p>
                      <a:pPr algn="just" fontAlgn="ctr">
                        <a:spcAft>
                          <a:spcPts val="0"/>
                        </a:spcAft>
                      </a:pPr>
                      <a:r>
                        <a:rPr lang="en-US" sz="700" kern="1200">
                          <a:effectLst/>
                        </a:rPr>
                        <a:t>SQL Developer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216076369"/>
                  </a:ext>
                </a:extLst>
              </a:tr>
              <a:tr h="77781">
                <a:tc>
                  <a:txBody>
                    <a:bodyPr/>
                    <a:lstStyle/>
                    <a:p>
                      <a:pPr algn="just" fontAlgn="ctr">
                        <a:spcAft>
                          <a:spcPts val="0"/>
                        </a:spcAft>
                      </a:pPr>
                      <a:r>
                        <a:rPr lang="en-US" sz="700" kern="1200">
                          <a:effectLst/>
                        </a:rPr>
                        <a:t>Surpac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2202961286"/>
                  </a:ext>
                </a:extLst>
              </a:tr>
              <a:tr h="77781">
                <a:tc>
                  <a:txBody>
                    <a:bodyPr/>
                    <a:lstStyle/>
                    <a:p>
                      <a:pPr algn="just" fontAlgn="ctr">
                        <a:spcAft>
                          <a:spcPts val="0"/>
                        </a:spcAft>
                      </a:pPr>
                      <a:r>
                        <a:rPr lang="en-US" sz="700" kern="1200">
                          <a:effectLst/>
                        </a:rPr>
                        <a:t>Tatuk GIS</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3216894778"/>
                  </a:ext>
                </a:extLst>
              </a:tr>
              <a:tr h="77781">
                <a:tc>
                  <a:txBody>
                    <a:bodyPr/>
                    <a:lstStyle/>
                    <a:p>
                      <a:pPr algn="just" fontAlgn="ctr">
                        <a:spcAft>
                          <a:spcPts val="0"/>
                        </a:spcAft>
                      </a:pPr>
                      <a:r>
                        <a:rPr lang="en-US" sz="700" kern="1200">
                          <a:effectLst/>
                        </a:rPr>
                        <a:t>TextPad</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1055917700"/>
                  </a:ext>
                </a:extLst>
              </a:tr>
              <a:tr h="77781">
                <a:tc>
                  <a:txBody>
                    <a:bodyPr/>
                    <a:lstStyle/>
                    <a:p>
                      <a:pPr algn="just" fontAlgn="ctr">
                        <a:spcAft>
                          <a:spcPts val="0"/>
                        </a:spcAft>
                      </a:pPr>
                      <a:r>
                        <a:rPr lang="en-US" sz="700" kern="1200">
                          <a:effectLst/>
                        </a:rPr>
                        <a:t>Tiff Viewer Irfan view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a:effectLst/>
                        </a:rPr>
                        <a:t> </a:t>
                      </a:r>
                      <a:endParaRPr lang="en-ZA"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2975768426"/>
                  </a:ext>
                </a:extLst>
              </a:tr>
              <a:tr h="153010">
                <a:tc>
                  <a:txBody>
                    <a:bodyPr/>
                    <a:lstStyle/>
                    <a:p>
                      <a:pPr algn="just" fontAlgn="ctr">
                        <a:spcAft>
                          <a:spcPts val="0"/>
                        </a:spcAft>
                      </a:pPr>
                      <a:r>
                        <a:rPr lang="en-ZA" sz="700" kern="1200" dirty="0">
                          <a:effectLst/>
                        </a:rPr>
                        <a:t>Webpage Editing package – MS Expression web 4</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tc>
                <a:extLst>
                  <a:ext uri="{0D108BD9-81ED-4DB2-BD59-A6C34878D82A}">
                    <a16:rowId xmlns:a16="http://schemas.microsoft.com/office/drawing/2014/main" val="508449412"/>
                  </a:ext>
                </a:extLst>
              </a:tr>
              <a:tr h="77781">
                <a:tc>
                  <a:txBody>
                    <a:bodyPr/>
                    <a:lstStyle/>
                    <a:p>
                      <a:pPr algn="just" fontAlgn="ctr">
                        <a:spcAft>
                          <a:spcPts val="0"/>
                        </a:spcAft>
                      </a:pPr>
                      <a:r>
                        <a:rPr lang="en-US" sz="700" kern="1200" dirty="0">
                          <a:effectLst/>
                        </a:rPr>
                        <a:t>WGS Convertor</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just" fontAlgn="ctr">
                        <a:spcAft>
                          <a:spcPts val="0"/>
                        </a:spcAft>
                      </a:pPr>
                      <a:r>
                        <a:rPr lang="en-US" sz="700" kern="1200" dirty="0">
                          <a:effectLst/>
                        </a:rPr>
                        <a:t>√</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tc>
                  <a:txBody>
                    <a:bodyPr/>
                    <a:lstStyle/>
                    <a:p>
                      <a:pPr algn="just" fontAlgn="ctr">
                        <a:spcAft>
                          <a:spcPts val="0"/>
                        </a:spcAft>
                      </a:pPr>
                      <a:r>
                        <a:rPr lang="en-US" sz="700" kern="1200" dirty="0">
                          <a:effectLst/>
                        </a:rPr>
                        <a:t> </a:t>
                      </a:r>
                      <a:endParaRPr lang="en-ZA" sz="8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9100" marR="39100" marT="0" marB="0">
                    <a:solidFill>
                      <a:srgbClr val="FFFF99"/>
                    </a:solidFill>
                  </a:tcPr>
                </a:tc>
                <a:extLst>
                  <a:ext uri="{0D108BD9-81ED-4DB2-BD59-A6C34878D82A}">
                    <a16:rowId xmlns:a16="http://schemas.microsoft.com/office/drawing/2014/main" val="38123589"/>
                  </a:ext>
                </a:extLst>
              </a:tr>
            </a:tbl>
          </a:graphicData>
        </a:graphic>
      </p:graphicFrame>
    </p:spTree>
    <p:extLst>
      <p:ext uri="{BB962C8B-B14F-4D97-AF65-F5344CB8AC3E}">
        <p14:creationId xmlns:p14="http://schemas.microsoft.com/office/powerpoint/2010/main" val="3477561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33F7-E4AD-4836-B078-8DBDCF305D6C}"/>
              </a:ext>
            </a:extLst>
          </p:cNvPr>
          <p:cNvSpPr>
            <a:spLocks noGrp="1"/>
          </p:cNvSpPr>
          <p:nvPr>
            <p:ph type="title"/>
          </p:nvPr>
        </p:nvSpPr>
        <p:spPr/>
        <p:txBody>
          <a:bodyPr/>
          <a:lstStyle/>
          <a:p>
            <a:r>
              <a:rPr lang="en-ZA" dirty="0"/>
              <a:t>Spatial | process vs tools</a:t>
            </a:r>
          </a:p>
        </p:txBody>
      </p:sp>
      <p:graphicFrame>
        <p:nvGraphicFramePr>
          <p:cNvPr id="4" name="Content Placeholder 3">
            <a:extLst>
              <a:ext uri="{FF2B5EF4-FFF2-40B4-BE49-F238E27FC236}">
                <a16:creationId xmlns:a16="http://schemas.microsoft.com/office/drawing/2014/main" id="{16AC5564-2063-40DD-AC9B-95BD288A4C27}"/>
              </a:ext>
            </a:extLst>
          </p:cNvPr>
          <p:cNvGraphicFramePr>
            <a:graphicFrameLocks noGrp="1"/>
          </p:cNvGraphicFramePr>
          <p:nvPr>
            <p:ph idx="1"/>
            <p:extLst>
              <p:ext uri="{D42A27DB-BD31-4B8C-83A1-F6EECF244321}">
                <p14:modId xmlns:p14="http://schemas.microsoft.com/office/powerpoint/2010/main" val="474512714"/>
              </p:ext>
            </p:extLst>
          </p:nvPr>
        </p:nvGraphicFramePr>
        <p:xfrm>
          <a:off x="838200" y="1055688"/>
          <a:ext cx="8924545" cy="5154848"/>
        </p:xfrm>
        <a:graphic>
          <a:graphicData uri="http://schemas.openxmlformats.org/drawingml/2006/table">
            <a:tbl>
              <a:tblPr firstRow="1" bandRow="1">
                <a:tableStyleId>{FABFCF23-3B69-468F-B69F-88F6DE6A72F2}</a:tableStyleId>
              </a:tblPr>
              <a:tblGrid>
                <a:gridCol w="2527411">
                  <a:extLst>
                    <a:ext uri="{9D8B030D-6E8A-4147-A177-3AD203B41FA5}">
                      <a16:colId xmlns:a16="http://schemas.microsoft.com/office/drawing/2014/main" val="676729679"/>
                    </a:ext>
                  </a:extLst>
                </a:gridCol>
                <a:gridCol w="2527411">
                  <a:extLst>
                    <a:ext uri="{9D8B030D-6E8A-4147-A177-3AD203B41FA5}">
                      <a16:colId xmlns:a16="http://schemas.microsoft.com/office/drawing/2014/main" val="3392946231"/>
                    </a:ext>
                  </a:extLst>
                </a:gridCol>
                <a:gridCol w="489763">
                  <a:extLst>
                    <a:ext uri="{9D8B030D-6E8A-4147-A177-3AD203B41FA5}">
                      <a16:colId xmlns:a16="http://schemas.microsoft.com/office/drawing/2014/main" val="1415727442"/>
                    </a:ext>
                  </a:extLst>
                </a:gridCol>
                <a:gridCol w="489763">
                  <a:extLst>
                    <a:ext uri="{9D8B030D-6E8A-4147-A177-3AD203B41FA5}">
                      <a16:colId xmlns:a16="http://schemas.microsoft.com/office/drawing/2014/main" val="66073960"/>
                    </a:ext>
                  </a:extLst>
                </a:gridCol>
                <a:gridCol w="489763">
                  <a:extLst>
                    <a:ext uri="{9D8B030D-6E8A-4147-A177-3AD203B41FA5}">
                      <a16:colId xmlns:a16="http://schemas.microsoft.com/office/drawing/2014/main" val="3055147184"/>
                    </a:ext>
                  </a:extLst>
                </a:gridCol>
                <a:gridCol w="439575">
                  <a:extLst>
                    <a:ext uri="{9D8B030D-6E8A-4147-A177-3AD203B41FA5}">
                      <a16:colId xmlns:a16="http://schemas.microsoft.com/office/drawing/2014/main" val="3716991978"/>
                    </a:ext>
                  </a:extLst>
                </a:gridCol>
                <a:gridCol w="431111">
                  <a:extLst>
                    <a:ext uri="{9D8B030D-6E8A-4147-A177-3AD203B41FA5}">
                      <a16:colId xmlns:a16="http://schemas.microsoft.com/office/drawing/2014/main" val="3409619976"/>
                    </a:ext>
                  </a:extLst>
                </a:gridCol>
                <a:gridCol w="435344">
                  <a:extLst>
                    <a:ext uri="{9D8B030D-6E8A-4147-A177-3AD203B41FA5}">
                      <a16:colId xmlns:a16="http://schemas.microsoft.com/office/drawing/2014/main" val="3123900864"/>
                    </a:ext>
                  </a:extLst>
                </a:gridCol>
                <a:gridCol w="547202">
                  <a:extLst>
                    <a:ext uri="{9D8B030D-6E8A-4147-A177-3AD203B41FA5}">
                      <a16:colId xmlns:a16="http://schemas.microsoft.com/office/drawing/2014/main" val="1189034096"/>
                    </a:ext>
                  </a:extLst>
                </a:gridCol>
                <a:gridCol w="547202">
                  <a:extLst>
                    <a:ext uri="{9D8B030D-6E8A-4147-A177-3AD203B41FA5}">
                      <a16:colId xmlns:a16="http://schemas.microsoft.com/office/drawing/2014/main" val="1448798694"/>
                    </a:ext>
                  </a:extLst>
                </a:gridCol>
              </a:tblGrid>
              <a:tr h="158772">
                <a:tc>
                  <a:txBody>
                    <a:bodyPr/>
                    <a:lstStyle/>
                    <a:p>
                      <a:pPr algn="l">
                        <a:spcAft>
                          <a:spcPts val="0"/>
                        </a:spcAft>
                      </a:pPr>
                      <a:r>
                        <a:rPr lang="en-US" sz="1050" kern="1200" dirty="0">
                          <a:effectLst/>
                        </a:rPr>
                        <a:t>Process</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endParaRPr lang="en-ZA" sz="1100">
                        <a:effectLst/>
                        <a:latin typeface="Calibri" panose="020F0502020204030204" pitchFamily="34" charset="0"/>
                        <a:cs typeface="Times New Roman" panose="02020603050405020304" pitchFamily="18" charset="0"/>
                      </a:endParaRPr>
                    </a:p>
                  </a:txBody>
                  <a:tcPr marL="35724" marR="35724" marT="0" marB="0"/>
                </a:tc>
                <a:tc>
                  <a:txBody>
                    <a:bodyPr/>
                    <a:lstStyle/>
                    <a:p>
                      <a:pPr algn="l">
                        <a:spcAft>
                          <a:spcPts val="0"/>
                        </a:spcAft>
                      </a:pPr>
                      <a:r>
                        <a:rPr lang="en-US" sz="1050" kern="1200">
                          <a:effectLst/>
                        </a:rPr>
                        <a:t>KZN</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50" kern="1200">
                          <a:effectLst/>
                        </a:rPr>
                        <a:t>GP</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50" kern="1200">
                          <a:effectLst/>
                        </a:rPr>
                        <a:t>MPU</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50" kern="1200">
                          <a:effectLst/>
                        </a:rPr>
                        <a:t>LMP</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50" kern="1200">
                          <a:effectLst/>
                        </a:rPr>
                        <a:t>NW</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50" kern="1200">
                          <a:effectLst/>
                        </a:rPr>
                        <a:t>BFN</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50" kern="1200">
                          <a:effectLst/>
                        </a:rPr>
                        <a:t>WC</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29210" algn="l">
                        <a:spcAft>
                          <a:spcPts val="0"/>
                        </a:spcAft>
                      </a:pPr>
                      <a:r>
                        <a:rPr lang="en-US" sz="1050" kern="1200">
                          <a:effectLst/>
                        </a:rPr>
                        <a:t>EC</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2212177589"/>
                  </a:ext>
                </a:extLst>
              </a:tr>
              <a:tr h="109817">
                <a:tc>
                  <a:txBody>
                    <a:bodyPr/>
                    <a:lstStyle/>
                    <a:p>
                      <a:pPr algn="l">
                        <a:spcAft>
                          <a:spcPts val="0"/>
                        </a:spcAft>
                      </a:pPr>
                      <a:r>
                        <a:rPr lang="en-US" sz="1000" kern="1200">
                          <a:effectLst/>
                        </a:rPr>
                        <a:t>Management </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User Productivity Report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210926975"/>
                  </a:ext>
                </a:extLst>
              </a:tr>
              <a:tr h="121725">
                <a:tc rowSpan="6">
                  <a:txBody>
                    <a:bodyPr/>
                    <a:lstStyle/>
                    <a:p>
                      <a:pPr algn="l">
                        <a:spcAft>
                          <a:spcPts val="0"/>
                        </a:spcAft>
                      </a:pPr>
                      <a:r>
                        <a:rPr lang="en-US" sz="1000" kern="1200" dirty="0">
                          <a:effectLst/>
                        </a:rPr>
                        <a:t>Registry</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Capture Payment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just">
                        <a:spcAft>
                          <a:spcPts val="0"/>
                        </a:spcAft>
                      </a:pPr>
                      <a:r>
                        <a:rPr lang="en-ZA" sz="1000" kern="1200" dirty="0">
                          <a:effectLst/>
                        </a:rPr>
                        <a:t>√</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1864456702"/>
                  </a:ext>
                </a:extLst>
              </a:tr>
              <a:tr h="109817">
                <a:tc vMerge="1">
                  <a:txBody>
                    <a:bodyPr/>
                    <a:lstStyle/>
                    <a:p>
                      <a:endParaRPr lang="en-ZA"/>
                    </a:p>
                  </a:txBody>
                  <a:tcPr/>
                </a:tc>
                <a:tc>
                  <a:txBody>
                    <a:bodyPr/>
                    <a:lstStyle/>
                    <a:p>
                      <a:pPr algn="just">
                        <a:spcAft>
                          <a:spcPts val="0"/>
                        </a:spcAft>
                      </a:pPr>
                      <a:r>
                        <a:rPr lang="en-US" sz="1000" kern="1200" dirty="0">
                          <a:effectLst/>
                        </a:rPr>
                        <a:t>Capture Lodgment</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ZA" sz="1000" kern="1200" dirty="0">
                          <a:effectLst/>
                        </a:rPr>
                        <a:t>√</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1052969791"/>
                  </a:ext>
                </a:extLst>
              </a:tr>
              <a:tr h="121725">
                <a:tc vMerge="1">
                  <a:txBody>
                    <a:bodyPr/>
                    <a:lstStyle/>
                    <a:p>
                      <a:endParaRPr lang="en-ZA"/>
                    </a:p>
                  </a:txBody>
                  <a:tcPr/>
                </a:tc>
                <a:tc>
                  <a:txBody>
                    <a:bodyPr/>
                    <a:lstStyle/>
                    <a:p>
                      <a:pPr algn="l">
                        <a:spcAft>
                          <a:spcPts val="0"/>
                        </a:spcAft>
                      </a:pPr>
                      <a:r>
                        <a:rPr lang="en-US" sz="1000" kern="1200" dirty="0">
                          <a:effectLst/>
                        </a:rPr>
                        <a:t>Dockets produced</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dirty="0">
                          <a:effectLst/>
                        </a:rPr>
                        <a:t>√</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478782489"/>
                  </a:ext>
                </a:extLst>
              </a:tr>
              <a:tr h="139587">
                <a:tc vMerge="1">
                  <a:txBody>
                    <a:bodyPr/>
                    <a:lstStyle/>
                    <a:p>
                      <a:endParaRPr lang="en-ZA"/>
                    </a:p>
                  </a:txBody>
                  <a:tcPr/>
                </a:tc>
                <a:tc>
                  <a:txBody>
                    <a:bodyPr/>
                    <a:lstStyle/>
                    <a:p>
                      <a:pPr algn="l">
                        <a:spcAft>
                          <a:spcPts val="0"/>
                        </a:spcAft>
                      </a:pPr>
                      <a:r>
                        <a:rPr lang="en-US" sz="1000" kern="1200">
                          <a:effectLst/>
                        </a:rPr>
                        <a:t>Send Notifications on Lodgment  </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1357638415"/>
                  </a:ext>
                </a:extLst>
              </a:tr>
              <a:tr h="121725">
                <a:tc vMerge="1">
                  <a:txBody>
                    <a:bodyPr/>
                    <a:lstStyle/>
                    <a:p>
                      <a:endParaRPr lang="en-ZA"/>
                    </a:p>
                  </a:txBody>
                  <a:tcPr/>
                </a:tc>
                <a:tc>
                  <a:txBody>
                    <a:bodyPr/>
                    <a:lstStyle/>
                    <a:p>
                      <a:pPr algn="l">
                        <a:spcAft>
                          <a:spcPts val="0"/>
                        </a:spcAft>
                      </a:pPr>
                      <a:r>
                        <a:rPr lang="en-US" sz="1000" kern="1200">
                          <a:effectLst/>
                        </a:rPr>
                        <a:t>Dispatch</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2924864422"/>
                  </a:ext>
                </a:extLst>
              </a:tr>
              <a:tr h="109817">
                <a:tc vMerge="1">
                  <a:txBody>
                    <a:bodyPr/>
                    <a:lstStyle/>
                    <a:p>
                      <a:endParaRPr lang="en-ZA"/>
                    </a:p>
                  </a:txBody>
                  <a:tcPr/>
                </a:tc>
                <a:tc>
                  <a:txBody>
                    <a:bodyPr/>
                    <a:lstStyle/>
                    <a:p>
                      <a:pPr algn="l">
                        <a:spcAft>
                          <a:spcPts val="0"/>
                        </a:spcAft>
                      </a:pPr>
                      <a:r>
                        <a:rPr lang="en-US" sz="1000" kern="1200">
                          <a:effectLst/>
                        </a:rPr>
                        <a:t>Post Approval process</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710548659"/>
                  </a:ext>
                </a:extLst>
              </a:tr>
              <a:tr h="121725">
                <a:tc rowSpan="2">
                  <a:txBody>
                    <a:bodyPr/>
                    <a:lstStyle/>
                    <a:p>
                      <a:pPr algn="l">
                        <a:spcAft>
                          <a:spcPts val="0"/>
                        </a:spcAft>
                      </a:pPr>
                      <a:r>
                        <a:rPr lang="en-US" sz="1000" kern="1200">
                          <a:effectLst/>
                        </a:rPr>
                        <a:t>Numbering</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dirty="0">
                          <a:effectLst/>
                        </a:rPr>
                        <a:t>Reserve Parcel</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49582057"/>
                  </a:ext>
                </a:extLst>
              </a:tr>
              <a:tr h="109817">
                <a:tc vMerge="1">
                  <a:txBody>
                    <a:bodyPr/>
                    <a:lstStyle/>
                    <a:p>
                      <a:endParaRPr lang="en-ZA"/>
                    </a:p>
                  </a:txBody>
                  <a:tcPr/>
                </a:tc>
                <a:tc>
                  <a:txBody>
                    <a:bodyPr/>
                    <a:lstStyle/>
                    <a:p>
                      <a:pPr algn="l">
                        <a:spcAft>
                          <a:spcPts val="0"/>
                        </a:spcAft>
                      </a:pPr>
                      <a:r>
                        <a:rPr lang="en-US" sz="1000" kern="1200" dirty="0">
                          <a:effectLst/>
                        </a:rPr>
                        <a:t>Numbering</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864868325"/>
                  </a:ext>
                </a:extLst>
              </a:tr>
              <a:tr h="135948">
                <a:tc rowSpan="4">
                  <a:txBody>
                    <a:bodyPr/>
                    <a:lstStyle/>
                    <a:p>
                      <a:pPr algn="l">
                        <a:spcAft>
                          <a:spcPts val="0"/>
                        </a:spcAft>
                      </a:pPr>
                      <a:r>
                        <a:rPr lang="en-US" sz="1000" kern="1200">
                          <a:effectLst/>
                        </a:rPr>
                        <a:t>First Level Examination</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dirty="0">
                          <a:effectLst/>
                        </a:rPr>
                        <a:t>Noting</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670905087"/>
                  </a:ext>
                </a:extLst>
              </a:tr>
              <a:tr h="139587">
                <a:tc vMerge="1">
                  <a:txBody>
                    <a:bodyPr/>
                    <a:lstStyle/>
                    <a:p>
                      <a:endParaRPr lang="en-ZA"/>
                    </a:p>
                  </a:txBody>
                  <a:tcPr/>
                </a:tc>
                <a:tc>
                  <a:txBody>
                    <a:bodyPr/>
                    <a:lstStyle/>
                    <a:p>
                      <a:pPr algn="l">
                        <a:spcAft>
                          <a:spcPts val="0"/>
                        </a:spcAft>
                      </a:pPr>
                      <a:r>
                        <a:rPr lang="en-US" sz="1000" kern="1200" dirty="0">
                          <a:effectLst/>
                        </a:rPr>
                        <a:t>Capture examination check results onto DB</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marR="312420"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1807830127"/>
                  </a:ext>
                </a:extLst>
              </a:tr>
              <a:tr h="211034">
                <a:tc vMerge="1">
                  <a:txBody>
                    <a:bodyPr/>
                    <a:lstStyle/>
                    <a:p>
                      <a:endParaRPr lang="en-ZA"/>
                    </a:p>
                  </a:txBody>
                  <a:tcPr/>
                </a:tc>
                <a:tc>
                  <a:txBody>
                    <a:bodyPr/>
                    <a:lstStyle/>
                    <a:p>
                      <a:pPr algn="l">
                        <a:spcAft>
                          <a:spcPts val="0"/>
                        </a:spcAft>
                      </a:pPr>
                      <a:r>
                        <a:rPr lang="en-US" sz="1000" kern="1200" dirty="0">
                          <a:effectLst/>
                        </a:rPr>
                        <a:t>Queried Information rendered</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1019600806"/>
                  </a:ext>
                </a:extLst>
              </a:tr>
              <a:tr h="139587">
                <a:tc vMerge="1">
                  <a:txBody>
                    <a:bodyPr/>
                    <a:lstStyle/>
                    <a:p>
                      <a:endParaRPr lang="en-ZA"/>
                    </a:p>
                  </a:txBody>
                  <a:tcPr/>
                </a:tc>
                <a:tc>
                  <a:txBody>
                    <a:bodyPr/>
                    <a:lstStyle/>
                    <a:p>
                      <a:pPr algn="l">
                        <a:spcAft>
                          <a:spcPts val="0"/>
                        </a:spcAft>
                      </a:pPr>
                      <a:r>
                        <a:rPr lang="en-US" sz="1000" kern="1200" dirty="0">
                          <a:effectLst/>
                        </a:rPr>
                        <a:t>Produce Advisory Notes/ comments</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just">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400814525"/>
                  </a:ext>
                </a:extLst>
              </a:tr>
              <a:tr h="181264">
                <a:tc rowSpan="4">
                  <a:txBody>
                    <a:bodyPr/>
                    <a:lstStyle/>
                    <a:p>
                      <a:pPr algn="l">
                        <a:spcAft>
                          <a:spcPts val="0"/>
                        </a:spcAft>
                      </a:pPr>
                      <a:r>
                        <a:rPr lang="en-US" sz="1000" kern="1200">
                          <a:effectLst/>
                        </a:rPr>
                        <a:t>Second Level Examination</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dirty="0">
                          <a:effectLst/>
                        </a:rPr>
                        <a:t>Queried information rendered</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2352662092"/>
                  </a:ext>
                </a:extLst>
              </a:tr>
              <a:tr h="139587">
                <a:tc vMerge="1">
                  <a:txBody>
                    <a:bodyPr/>
                    <a:lstStyle/>
                    <a:p>
                      <a:endParaRPr lang="en-ZA"/>
                    </a:p>
                  </a:txBody>
                  <a:tcPr/>
                </a:tc>
                <a:tc>
                  <a:txBody>
                    <a:bodyPr/>
                    <a:lstStyle/>
                    <a:p>
                      <a:pPr algn="l">
                        <a:spcAft>
                          <a:spcPts val="0"/>
                        </a:spcAft>
                      </a:pPr>
                      <a:r>
                        <a:rPr lang="en-US" sz="1000" kern="1200" dirty="0">
                          <a:effectLst/>
                        </a:rPr>
                        <a:t>Capture Legislative compliance check result</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2227699564"/>
                  </a:ext>
                </a:extLst>
              </a:tr>
              <a:tr h="115771">
                <a:tc vMerge="1">
                  <a:txBody>
                    <a:bodyPr/>
                    <a:lstStyle/>
                    <a:p>
                      <a:endParaRPr lang="en-ZA"/>
                    </a:p>
                  </a:txBody>
                  <a:tcPr/>
                </a:tc>
                <a:tc>
                  <a:txBody>
                    <a:bodyPr/>
                    <a:lstStyle/>
                    <a:p>
                      <a:pPr algn="l">
                        <a:spcAft>
                          <a:spcPts val="0"/>
                        </a:spcAft>
                      </a:pPr>
                      <a:r>
                        <a:rPr lang="en-US" sz="1000" kern="1200">
                          <a:effectLst/>
                        </a:rPr>
                        <a:t>Approve or Return with comments</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413999922"/>
                  </a:ext>
                </a:extLst>
              </a:tr>
              <a:tr h="115771">
                <a:tc vMerge="1">
                  <a:txBody>
                    <a:bodyPr/>
                    <a:lstStyle/>
                    <a:p>
                      <a:endParaRPr lang="en-ZA"/>
                    </a:p>
                  </a:txBody>
                  <a:tcPr/>
                </a:tc>
                <a:tc>
                  <a:txBody>
                    <a:bodyPr/>
                    <a:lstStyle/>
                    <a:p>
                      <a:pPr algn="l">
                        <a:spcAft>
                          <a:spcPts val="0"/>
                        </a:spcAft>
                      </a:pPr>
                      <a:r>
                        <a:rPr lang="en-US" sz="1000" kern="1200">
                          <a:effectLst/>
                        </a:rPr>
                        <a:t>Email notification sent to Land Surveyor</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884638902"/>
                  </a:ext>
                </a:extLst>
              </a:tr>
              <a:tr h="115771">
                <a:tc rowSpan="5">
                  <a:txBody>
                    <a:bodyPr/>
                    <a:lstStyle/>
                    <a:p>
                      <a:pPr algn="l">
                        <a:spcAft>
                          <a:spcPts val="0"/>
                        </a:spcAft>
                      </a:pPr>
                      <a:r>
                        <a:rPr lang="en-US" sz="1000" kern="1200" dirty="0">
                          <a:effectLst/>
                        </a:rPr>
                        <a:t>Data Capture</a:t>
                      </a:r>
                      <a:endParaRPr lang="en-ZA" sz="1050" dirty="0">
                        <a:effectLst/>
                      </a:endParaRPr>
                    </a:p>
                    <a:p>
                      <a:pPr algn="l">
                        <a:spcAft>
                          <a:spcPts val="0"/>
                        </a:spcAft>
                      </a:pPr>
                      <a:r>
                        <a:rPr lang="en-US" sz="1000" kern="1200" dirty="0">
                          <a:effectLst/>
                        </a:rPr>
                        <a:t> </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dirty="0">
                          <a:effectLst/>
                        </a:rPr>
                        <a:t>Capture Sectional Plan</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803912391"/>
                  </a:ext>
                </a:extLst>
              </a:tr>
              <a:tr h="145541">
                <a:tc vMerge="1">
                  <a:txBody>
                    <a:bodyPr/>
                    <a:lstStyle/>
                    <a:p>
                      <a:endParaRPr lang="en-ZA"/>
                    </a:p>
                  </a:txBody>
                  <a:tcPr/>
                </a:tc>
                <a:tc>
                  <a:txBody>
                    <a:bodyPr/>
                    <a:lstStyle/>
                    <a:p>
                      <a:pPr algn="l">
                        <a:spcAft>
                          <a:spcPts val="0"/>
                        </a:spcAft>
                      </a:pPr>
                      <a:r>
                        <a:rPr lang="en-US" sz="1000" kern="1200" dirty="0">
                          <a:effectLst/>
                        </a:rPr>
                        <a:t>Capture Header Information</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816889946"/>
                  </a:ext>
                </a:extLst>
              </a:tr>
              <a:tr h="145541">
                <a:tc vMerge="1">
                  <a:txBody>
                    <a:bodyPr/>
                    <a:lstStyle/>
                    <a:p>
                      <a:endParaRPr lang="en-ZA"/>
                    </a:p>
                  </a:txBody>
                  <a:tcPr/>
                </a:tc>
                <a:tc>
                  <a:txBody>
                    <a:bodyPr/>
                    <a:lstStyle/>
                    <a:p>
                      <a:pPr algn="l">
                        <a:spcAft>
                          <a:spcPts val="0"/>
                        </a:spcAft>
                      </a:pPr>
                      <a:r>
                        <a:rPr lang="en-US" sz="1000" kern="1200" dirty="0">
                          <a:effectLst/>
                        </a:rPr>
                        <a:t>Capture Numeric Data</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590195724"/>
                  </a:ext>
                </a:extLst>
              </a:tr>
              <a:tr h="145541">
                <a:tc vMerge="1">
                  <a:txBody>
                    <a:bodyPr/>
                    <a:lstStyle/>
                    <a:p>
                      <a:endParaRPr lang="en-ZA"/>
                    </a:p>
                  </a:txBody>
                  <a:tcPr/>
                </a:tc>
                <a:tc>
                  <a:txBody>
                    <a:bodyPr/>
                    <a:lstStyle/>
                    <a:p>
                      <a:pPr algn="l">
                        <a:spcAft>
                          <a:spcPts val="0"/>
                        </a:spcAft>
                      </a:pPr>
                      <a:r>
                        <a:rPr lang="en-US" sz="1000" kern="1200" dirty="0">
                          <a:effectLst/>
                        </a:rPr>
                        <a:t>Produce Consistency Check report</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1829991667"/>
                  </a:ext>
                </a:extLst>
              </a:tr>
              <a:tr h="175310">
                <a:tc vMerge="1">
                  <a:txBody>
                    <a:bodyPr/>
                    <a:lstStyle/>
                    <a:p>
                      <a:endParaRPr lang="en-ZA"/>
                    </a:p>
                  </a:txBody>
                  <a:tcPr/>
                </a:tc>
                <a:tc>
                  <a:txBody>
                    <a:bodyPr/>
                    <a:lstStyle/>
                    <a:p>
                      <a:pPr algn="l">
                        <a:spcAft>
                          <a:spcPts val="0"/>
                        </a:spcAft>
                      </a:pPr>
                      <a:r>
                        <a:rPr lang="en-US" sz="1000" kern="1200" dirty="0">
                          <a:effectLst/>
                        </a:rPr>
                        <a:t>Capture Boundary Data in Spatial &amp; Alpha Numeric</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4191720786"/>
                  </a:ext>
                </a:extLst>
              </a:tr>
              <a:tr h="115771">
                <a:tc rowSpan="5">
                  <a:txBody>
                    <a:bodyPr/>
                    <a:lstStyle/>
                    <a:p>
                      <a:pPr algn="l">
                        <a:spcAft>
                          <a:spcPts val="0"/>
                        </a:spcAft>
                      </a:pPr>
                      <a:r>
                        <a:rPr lang="en-US" sz="1000" kern="1200">
                          <a:effectLst/>
                        </a:rPr>
                        <a:t>Maintenance</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dirty="0">
                          <a:effectLst/>
                        </a:rPr>
                        <a:t>Scanning</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just">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1428622397"/>
                  </a:ext>
                </a:extLst>
              </a:tr>
              <a:tr h="145541">
                <a:tc vMerge="1">
                  <a:txBody>
                    <a:bodyPr/>
                    <a:lstStyle/>
                    <a:p>
                      <a:endParaRPr lang="en-ZA"/>
                    </a:p>
                  </a:txBody>
                  <a:tcPr/>
                </a:tc>
                <a:tc>
                  <a:txBody>
                    <a:bodyPr/>
                    <a:lstStyle/>
                    <a:p>
                      <a:pPr algn="just">
                        <a:spcAft>
                          <a:spcPts val="0"/>
                        </a:spcAft>
                      </a:pPr>
                      <a:r>
                        <a:rPr lang="en-US" sz="1000" kern="1200" dirty="0">
                          <a:effectLst/>
                        </a:rPr>
                        <a:t>Perform data Updates/ Amendments</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753962409"/>
                  </a:ext>
                </a:extLst>
              </a:tr>
              <a:tr h="145541">
                <a:tc vMerge="1">
                  <a:txBody>
                    <a:bodyPr/>
                    <a:lstStyle/>
                    <a:p>
                      <a:endParaRPr lang="en-ZA"/>
                    </a:p>
                  </a:txBody>
                  <a:tcPr/>
                </a:tc>
                <a:tc>
                  <a:txBody>
                    <a:bodyPr/>
                    <a:lstStyle/>
                    <a:p>
                      <a:pPr algn="l">
                        <a:spcAft>
                          <a:spcPts val="0"/>
                        </a:spcAft>
                      </a:pPr>
                      <a:r>
                        <a:rPr lang="en-US" sz="1000" kern="1200" dirty="0">
                          <a:effectLst/>
                        </a:rPr>
                        <a:t>Perform Endorsements</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2146199938"/>
                  </a:ext>
                </a:extLst>
              </a:tr>
              <a:tr h="115771">
                <a:tc vMerge="1">
                  <a:txBody>
                    <a:bodyPr/>
                    <a:lstStyle/>
                    <a:p>
                      <a:endParaRPr lang="en-ZA"/>
                    </a:p>
                  </a:txBody>
                  <a:tcPr/>
                </a:tc>
                <a:tc>
                  <a:txBody>
                    <a:bodyPr/>
                    <a:lstStyle/>
                    <a:p>
                      <a:pPr algn="l">
                        <a:spcAft>
                          <a:spcPts val="0"/>
                        </a:spcAft>
                      </a:pPr>
                      <a:r>
                        <a:rPr lang="en-US" sz="1000" kern="1200" dirty="0">
                          <a:effectLst/>
                        </a:rPr>
                        <a:t>Post Approval Process</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3713034608"/>
                  </a:ext>
                </a:extLst>
              </a:tr>
              <a:tr h="145541">
                <a:tc vMerge="1">
                  <a:txBody>
                    <a:bodyPr/>
                    <a:lstStyle/>
                    <a:p>
                      <a:endParaRPr lang="en-ZA"/>
                    </a:p>
                  </a:txBody>
                  <a:tcPr/>
                </a:tc>
                <a:tc>
                  <a:txBody>
                    <a:bodyPr/>
                    <a:lstStyle/>
                    <a:p>
                      <a:pPr algn="l">
                        <a:spcAft>
                          <a:spcPts val="0"/>
                        </a:spcAft>
                      </a:pPr>
                      <a:r>
                        <a:rPr lang="en-US" sz="1000" kern="1200" dirty="0">
                          <a:effectLst/>
                        </a:rPr>
                        <a:t>Noting</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2697986594"/>
                  </a:ext>
                </a:extLst>
              </a:tr>
              <a:tr h="175310">
                <a:tc rowSpan="4">
                  <a:txBody>
                    <a:bodyPr/>
                    <a:lstStyle/>
                    <a:p>
                      <a:pPr algn="l">
                        <a:spcAft>
                          <a:spcPts val="0"/>
                        </a:spcAft>
                      </a:pPr>
                      <a:r>
                        <a:rPr lang="en-US" sz="1000" kern="1200">
                          <a:effectLst/>
                        </a:rPr>
                        <a:t>Information Provision</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dirty="0">
                          <a:effectLst/>
                        </a:rPr>
                        <a:t>Request Information  issued</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2899669060"/>
                  </a:ext>
                </a:extLst>
              </a:tr>
              <a:tr h="115771">
                <a:tc vMerge="1">
                  <a:txBody>
                    <a:bodyPr/>
                    <a:lstStyle/>
                    <a:p>
                      <a:endParaRPr lang="en-ZA"/>
                    </a:p>
                  </a:txBody>
                  <a:tcPr/>
                </a:tc>
                <a:tc>
                  <a:txBody>
                    <a:bodyPr/>
                    <a:lstStyle/>
                    <a:p>
                      <a:pPr algn="l">
                        <a:spcAft>
                          <a:spcPts val="0"/>
                        </a:spcAft>
                      </a:pPr>
                      <a:r>
                        <a:rPr lang="en-US" sz="1000" kern="1200">
                          <a:effectLst/>
                        </a:rPr>
                        <a:t>Invoice Issued</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681307539"/>
                  </a:ext>
                </a:extLst>
              </a:tr>
              <a:tr h="115771">
                <a:tc vMerge="1">
                  <a:txBody>
                    <a:bodyPr/>
                    <a:lstStyle/>
                    <a:p>
                      <a:endParaRPr lang="en-ZA"/>
                    </a:p>
                  </a:txBody>
                  <a:tcPr/>
                </a:tc>
                <a:tc>
                  <a:txBody>
                    <a:bodyPr/>
                    <a:lstStyle/>
                    <a:p>
                      <a:pPr algn="l">
                        <a:spcAft>
                          <a:spcPts val="0"/>
                        </a:spcAft>
                      </a:pPr>
                      <a:r>
                        <a:rPr lang="en-US" sz="1000" kern="1200" dirty="0">
                          <a:effectLst/>
                        </a:rPr>
                        <a:t>Queried Information rendered </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solidFill>
                      <a:srgbClr val="FFFF99"/>
                    </a:solidFill>
                  </a:tcPr>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ZA" sz="1000" kern="1200">
                          <a:effectLst/>
                        </a:rPr>
                        <a:t>√</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2545755413"/>
                  </a:ext>
                </a:extLst>
              </a:tr>
              <a:tr h="145541">
                <a:tc vMerge="1">
                  <a:txBody>
                    <a:bodyPr/>
                    <a:lstStyle/>
                    <a:p>
                      <a:endParaRPr lang="en-ZA"/>
                    </a:p>
                  </a:txBody>
                  <a:tcPr/>
                </a:tc>
                <a:tc>
                  <a:txBody>
                    <a:bodyPr/>
                    <a:lstStyle/>
                    <a:p>
                      <a:pPr algn="l">
                        <a:spcAft>
                          <a:spcPts val="0"/>
                        </a:spcAft>
                      </a:pPr>
                      <a:r>
                        <a:rPr lang="en-US" sz="1000" kern="1200" dirty="0">
                          <a:effectLst/>
                        </a:rPr>
                        <a:t>Capture Client Information</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a:effectLst/>
                        </a:rPr>
                        <a:t>X</a:t>
                      </a:r>
                      <a:endParaRPr lang="en-ZA" sz="105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tc>
                  <a:txBody>
                    <a:bodyPr/>
                    <a:lstStyle/>
                    <a:p>
                      <a:pPr algn="l">
                        <a:spcAft>
                          <a:spcPts val="0"/>
                        </a:spcAft>
                      </a:pPr>
                      <a:r>
                        <a:rPr lang="en-US" sz="1000" kern="1200" dirty="0">
                          <a:effectLst/>
                        </a:rPr>
                        <a:t>X</a:t>
                      </a:r>
                      <a:endParaRPr lang="en-ZA" sz="105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35724" marR="35724" marT="0" marB="0"/>
                </a:tc>
                <a:extLst>
                  <a:ext uri="{0D108BD9-81ED-4DB2-BD59-A6C34878D82A}">
                    <a16:rowId xmlns:a16="http://schemas.microsoft.com/office/drawing/2014/main" val="2368661684"/>
                  </a:ext>
                </a:extLst>
              </a:tr>
            </a:tbl>
          </a:graphicData>
        </a:graphic>
      </p:graphicFrame>
    </p:spTree>
    <p:extLst>
      <p:ext uri="{BB962C8B-B14F-4D97-AF65-F5344CB8AC3E}">
        <p14:creationId xmlns:p14="http://schemas.microsoft.com/office/powerpoint/2010/main" val="3475540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2CC2E-9981-45CF-8147-396C3820AF93}"/>
              </a:ext>
            </a:extLst>
          </p:cNvPr>
          <p:cNvSpPr>
            <a:spLocks noGrp="1"/>
          </p:cNvSpPr>
          <p:nvPr>
            <p:ph type="title"/>
          </p:nvPr>
        </p:nvSpPr>
        <p:spPr/>
        <p:txBody>
          <a:bodyPr/>
          <a:lstStyle/>
          <a:p>
            <a:r>
              <a:rPr lang="en-ZA" dirty="0"/>
              <a:t>Spatial | KNOWN ISSUES, expectations &amp; Wishlist</a:t>
            </a:r>
          </a:p>
        </p:txBody>
      </p:sp>
      <p:sp>
        <p:nvSpPr>
          <p:cNvPr id="3" name="Content Placeholder 2">
            <a:extLst>
              <a:ext uri="{FF2B5EF4-FFF2-40B4-BE49-F238E27FC236}">
                <a16:creationId xmlns:a16="http://schemas.microsoft.com/office/drawing/2014/main" id="{702B3EBD-D437-4647-8271-4993D02A8D87}"/>
              </a:ext>
            </a:extLst>
          </p:cNvPr>
          <p:cNvSpPr>
            <a:spLocks noGrp="1"/>
          </p:cNvSpPr>
          <p:nvPr>
            <p:ph idx="1"/>
          </p:nvPr>
        </p:nvSpPr>
        <p:spPr/>
        <p:txBody>
          <a:bodyPr>
            <a:normAutofit fontScale="92500" lnSpcReduction="20000"/>
          </a:bodyPr>
          <a:lstStyle/>
          <a:p>
            <a:r>
              <a:rPr lang="en-ZA" dirty="0"/>
              <a:t>Known Issues</a:t>
            </a:r>
          </a:p>
          <a:p>
            <a:pPr lvl="1"/>
            <a:r>
              <a:rPr lang="en-GB" dirty="0"/>
              <a:t>Slow system response  (to save 500 coordinates, it takes approximately 4 hours);</a:t>
            </a:r>
            <a:endParaRPr lang="en-ZA" dirty="0"/>
          </a:p>
          <a:p>
            <a:pPr lvl="1"/>
            <a:r>
              <a:rPr lang="en-GB" dirty="0"/>
              <a:t>Parcel-Mate works in one computer using Windows XP and Windows XP is no longer supported by Microsoft.  If the computer doesn’t work, data need to be recaptured and that will pose data integrity and inaccuracy challenges;</a:t>
            </a:r>
            <a:endParaRPr lang="en-ZA" dirty="0"/>
          </a:p>
          <a:p>
            <a:r>
              <a:rPr lang="en-ZA" dirty="0"/>
              <a:t>Force password reset in one operation</a:t>
            </a:r>
          </a:p>
          <a:p>
            <a:r>
              <a:rPr lang="en-ZA" dirty="0"/>
              <a:t>Maintain PoE of Usernames and of password resets</a:t>
            </a:r>
          </a:p>
          <a:p>
            <a:r>
              <a:rPr lang="en-ZA" dirty="0"/>
              <a:t>Differentiate in log of updates- substantive vs cosmetic</a:t>
            </a:r>
          </a:p>
          <a:p>
            <a:r>
              <a:rPr lang="en-ZA" dirty="0"/>
              <a:t>Have portal for clients to extract data by Local Municipality on a daily basis. </a:t>
            </a:r>
            <a:r>
              <a:rPr lang="en-ZA" sz="1000" dirty="0" err="1">
                <a:hlinkClick r:id="rId2" action="ppaction://hlinkfile"/>
              </a:rPr>
              <a:t>Munexport</a:t>
            </a:r>
            <a:r>
              <a:rPr lang="en-ZA" sz="1000" dirty="0">
                <a:hlinkClick r:id="rId2" action="ppaction://hlinkfile"/>
              </a:rPr>
              <a:t> export tool example screenshot.pdf</a:t>
            </a:r>
            <a:endParaRPr lang="en-ZA" sz="1000" dirty="0"/>
          </a:p>
          <a:p>
            <a:pPr lvl="1"/>
            <a:r>
              <a:rPr lang="en-ZA" dirty="0"/>
              <a:t>Once a month for the full data set</a:t>
            </a:r>
          </a:p>
          <a:p>
            <a:pPr lvl="1"/>
            <a:r>
              <a:rPr lang="en-ZA" dirty="0"/>
              <a:t>Daily for changed entities</a:t>
            </a:r>
          </a:p>
          <a:p>
            <a:pPr lvl="1"/>
            <a:endParaRPr lang="en-ZA" dirty="0"/>
          </a:p>
        </p:txBody>
      </p:sp>
    </p:spTree>
    <p:extLst>
      <p:ext uri="{BB962C8B-B14F-4D97-AF65-F5344CB8AC3E}">
        <p14:creationId xmlns:p14="http://schemas.microsoft.com/office/powerpoint/2010/main" val="3747166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62880-8D47-4276-B67F-7EC565DC948C}"/>
              </a:ext>
            </a:extLst>
          </p:cNvPr>
          <p:cNvSpPr>
            <a:spLocks noGrp="1"/>
          </p:cNvSpPr>
          <p:nvPr>
            <p:ph type="title"/>
          </p:nvPr>
        </p:nvSpPr>
        <p:spPr/>
        <p:txBody>
          <a:bodyPr>
            <a:normAutofit/>
          </a:bodyPr>
          <a:lstStyle/>
          <a:p>
            <a:r>
              <a:rPr lang="en-ZA" dirty="0"/>
              <a:t>Process: management reports (spatial view)</a:t>
            </a:r>
          </a:p>
        </p:txBody>
      </p:sp>
      <p:sp>
        <p:nvSpPr>
          <p:cNvPr id="3" name="Content Placeholder 2">
            <a:extLst>
              <a:ext uri="{FF2B5EF4-FFF2-40B4-BE49-F238E27FC236}">
                <a16:creationId xmlns:a16="http://schemas.microsoft.com/office/drawing/2014/main" id="{D9AAFB82-B28B-498C-AE0B-7A50B5D32AF4}"/>
              </a:ext>
            </a:extLst>
          </p:cNvPr>
          <p:cNvSpPr>
            <a:spLocks noGrp="1"/>
          </p:cNvSpPr>
          <p:nvPr>
            <p:ph idx="1"/>
          </p:nvPr>
        </p:nvSpPr>
        <p:spPr>
          <a:xfrm>
            <a:off x="838200" y="1341437"/>
            <a:ext cx="3709946" cy="4351338"/>
          </a:xfrm>
        </p:spPr>
        <p:txBody>
          <a:bodyPr/>
          <a:lstStyle/>
          <a:p>
            <a:r>
              <a:rPr lang="en-ZA" dirty="0"/>
              <a:t>Productivity Reports</a:t>
            </a:r>
          </a:p>
          <a:p>
            <a:r>
              <a:rPr lang="en-ZA" dirty="0"/>
              <a:t>Lodgements</a:t>
            </a:r>
          </a:p>
          <a:p>
            <a:r>
              <a:rPr lang="en-ZA" dirty="0"/>
              <a:t>Other Management Reports </a:t>
            </a:r>
          </a:p>
        </p:txBody>
      </p:sp>
      <p:pic>
        <p:nvPicPr>
          <p:cNvPr id="4" name="Picture 3">
            <a:extLst>
              <a:ext uri="{FF2B5EF4-FFF2-40B4-BE49-F238E27FC236}">
                <a16:creationId xmlns:a16="http://schemas.microsoft.com/office/drawing/2014/main" id="{1AED731F-C620-4D42-9F68-5D5A90910060}"/>
              </a:ext>
            </a:extLst>
          </p:cNvPr>
          <p:cNvPicPr>
            <a:picLocks noChangeAspect="1"/>
          </p:cNvPicPr>
          <p:nvPr/>
        </p:nvPicPr>
        <p:blipFill>
          <a:blip r:embed="rId2"/>
          <a:stretch>
            <a:fillRect/>
          </a:stretch>
        </p:blipFill>
        <p:spPr>
          <a:xfrm>
            <a:off x="1149998" y="3517106"/>
            <a:ext cx="2576513" cy="3000375"/>
          </a:xfrm>
          <a:prstGeom prst="rect">
            <a:avLst/>
          </a:prstGeom>
        </p:spPr>
      </p:pic>
      <p:pic>
        <p:nvPicPr>
          <p:cNvPr id="5" name="Picture 4">
            <a:extLst>
              <a:ext uri="{FF2B5EF4-FFF2-40B4-BE49-F238E27FC236}">
                <a16:creationId xmlns:a16="http://schemas.microsoft.com/office/drawing/2014/main" id="{7C281F94-37B5-4517-9223-B6CDEF833297}"/>
              </a:ext>
            </a:extLst>
          </p:cNvPr>
          <p:cNvPicPr>
            <a:picLocks noChangeAspect="1"/>
          </p:cNvPicPr>
          <p:nvPr/>
        </p:nvPicPr>
        <p:blipFill>
          <a:blip r:embed="rId3"/>
          <a:stretch>
            <a:fillRect/>
          </a:stretch>
        </p:blipFill>
        <p:spPr>
          <a:xfrm>
            <a:off x="4950722" y="3700832"/>
            <a:ext cx="4171950" cy="1985963"/>
          </a:xfrm>
          <a:prstGeom prst="rect">
            <a:avLst/>
          </a:prstGeom>
        </p:spPr>
      </p:pic>
      <p:pic>
        <p:nvPicPr>
          <p:cNvPr id="8" name="Picture 7">
            <a:extLst>
              <a:ext uri="{FF2B5EF4-FFF2-40B4-BE49-F238E27FC236}">
                <a16:creationId xmlns:a16="http://schemas.microsoft.com/office/drawing/2014/main" id="{A1A326DA-8EF0-47DC-9CC0-8112B56D9A2B}"/>
              </a:ext>
            </a:extLst>
          </p:cNvPr>
          <p:cNvPicPr>
            <a:picLocks noChangeAspect="1"/>
          </p:cNvPicPr>
          <p:nvPr/>
        </p:nvPicPr>
        <p:blipFill>
          <a:blip r:embed="rId4"/>
          <a:stretch>
            <a:fillRect/>
          </a:stretch>
        </p:blipFill>
        <p:spPr>
          <a:xfrm>
            <a:off x="4610493" y="1535213"/>
            <a:ext cx="4921816" cy="1966541"/>
          </a:xfrm>
          <a:prstGeom prst="rect">
            <a:avLst/>
          </a:prstGeom>
        </p:spPr>
      </p:pic>
      <p:pic>
        <p:nvPicPr>
          <p:cNvPr id="7" name="Picture 6">
            <a:extLst>
              <a:ext uri="{FF2B5EF4-FFF2-40B4-BE49-F238E27FC236}">
                <a16:creationId xmlns:a16="http://schemas.microsoft.com/office/drawing/2014/main" id="{B7693778-2977-4B80-9762-D7A052803610}"/>
              </a:ext>
            </a:extLst>
          </p:cNvPr>
          <p:cNvPicPr>
            <a:picLocks noChangeAspect="1"/>
          </p:cNvPicPr>
          <p:nvPr/>
        </p:nvPicPr>
        <p:blipFill>
          <a:blip r:embed="rId5"/>
          <a:stretch>
            <a:fillRect/>
          </a:stretch>
        </p:blipFill>
        <p:spPr>
          <a:xfrm>
            <a:off x="7304308" y="1407690"/>
            <a:ext cx="4456003" cy="1948557"/>
          </a:xfrm>
          <a:prstGeom prst="rect">
            <a:avLst/>
          </a:prstGeom>
        </p:spPr>
      </p:pic>
      <p:pic>
        <p:nvPicPr>
          <p:cNvPr id="10" name="Picture 9">
            <a:extLst>
              <a:ext uri="{FF2B5EF4-FFF2-40B4-BE49-F238E27FC236}">
                <a16:creationId xmlns:a16="http://schemas.microsoft.com/office/drawing/2014/main" id="{B3D0484D-3F64-41C4-A5BF-F184D2F0C2E1}"/>
              </a:ext>
            </a:extLst>
          </p:cNvPr>
          <p:cNvPicPr>
            <a:picLocks noChangeAspect="1"/>
          </p:cNvPicPr>
          <p:nvPr/>
        </p:nvPicPr>
        <p:blipFill>
          <a:blip r:embed="rId6"/>
          <a:stretch>
            <a:fillRect/>
          </a:stretch>
        </p:blipFill>
        <p:spPr>
          <a:xfrm>
            <a:off x="4548146" y="1981423"/>
            <a:ext cx="7140271" cy="2948726"/>
          </a:xfrm>
          <a:prstGeom prst="rect">
            <a:avLst/>
          </a:prstGeom>
        </p:spPr>
      </p:pic>
      <p:pic>
        <p:nvPicPr>
          <p:cNvPr id="11" name="Picture 4">
            <a:extLst>
              <a:ext uri="{FF2B5EF4-FFF2-40B4-BE49-F238E27FC236}">
                <a16:creationId xmlns:a16="http://schemas.microsoft.com/office/drawing/2014/main" id="{0988C6B7-E144-4835-BBF9-5607B31DA65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8563"/>
          <a:stretch/>
        </p:blipFill>
        <p:spPr bwMode="auto">
          <a:xfrm>
            <a:off x="1756485" y="2377440"/>
            <a:ext cx="8806858" cy="32660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356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62880-8D47-4276-B67F-7EC565DC948C}"/>
              </a:ext>
            </a:extLst>
          </p:cNvPr>
          <p:cNvSpPr>
            <a:spLocks noGrp="1"/>
          </p:cNvSpPr>
          <p:nvPr>
            <p:ph type="title"/>
          </p:nvPr>
        </p:nvSpPr>
        <p:spPr/>
        <p:txBody>
          <a:bodyPr>
            <a:normAutofit/>
          </a:bodyPr>
          <a:lstStyle/>
          <a:p>
            <a:r>
              <a:rPr lang="en-ZA" dirty="0"/>
              <a:t>Process: reservations</a:t>
            </a:r>
          </a:p>
        </p:txBody>
      </p:sp>
      <p:sp>
        <p:nvSpPr>
          <p:cNvPr id="3" name="Content Placeholder 2">
            <a:extLst>
              <a:ext uri="{FF2B5EF4-FFF2-40B4-BE49-F238E27FC236}">
                <a16:creationId xmlns:a16="http://schemas.microsoft.com/office/drawing/2014/main" id="{D9AAFB82-B28B-498C-AE0B-7A50B5D32AF4}"/>
              </a:ext>
            </a:extLst>
          </p:cNvPr>
          <p:cNvSpPr>
            <a:spLocks noGrp="1"/>
          </p:cNvSpPr>
          <p:nvPr>
            <p:ph idx="1"/>
          </p:nvPr>
        </p:nvSpPr>
        <p:spPr/>
        <p:txBody>
          <a:bodyPr/>
          <a:lstStyle/>
          <a:p>
            <a:r>
              <a:rPr lang="en-ZA" dirty="0"/>
              <a:t>Reserve Parcels</a:t>
            </a:r>
          </a:p>
          <a:p>
            <a:pPr lvl="1"/>
            <a:r>
              <a:rPr lang="en-ZA" dirty="0"/>
              <a:t>By Applicant (PLS) using Map Viewer for online submission</a:t>
            </a:r>
          </a:p>
          <a:p>
            <a:pPr lvl="1"/>
            <a:r>
              <a:rPr lang="en-ZA" dirty="0"/>
              <a:t>By Departmental user for PDF, Manual Submissions</a:t>
            </a:r>
          </a:p>
          <a:p>
            <a:r>
              <a:rPr lang="en-ZA" dirty="0"/>
              <a:t>Number issued is stored as attribute to the parcel</a:t>
            </a:r>
          </a:p>
          <a:p>
            <a:r>
              <a:rPr lang="en-ZA" dirty="0"/>
              <a:t>Lock parcel</a:t>
            </a:r>
          </a:p>
          <a:p>
            <a:r>
              <a:rPr lang="en-ZA" dirty="0"/>
              <a:t>Avoids duplication</a:t>
            </a:r>
          </a:p>
        </p:txBody>
      </p:sp>
    </p:spTree>
    <p:extLst>
      <p:ext uri="{BB962C8B-B14F-4D97-AF65-F5344CB8AC3E}">
        <p14:creationId xmlns:p14="http://schemas.microsoft.com/office/powerpoint/2010/main" val="3582515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2A21D-DD7E-459B-B223-13979EB7212D}"/>
              </a:ext>
            </a:extLst>
          </p:cNvPr>
          <p:cNvSpPr>
            <a:spLocks noGrp="1"/>
          </p:cNvSpPr>
          <p:nvPr>
            <p:ph type="title"/>
          </p:nvPr>
        </p:nvSpPr>
        <p:spPr/>
        <p:txBody>
          <a:bodyPr/>
          <a:lstStyle/>
          <a:p>
            <a:r>
              <a:rPr lang="en-ZA" dirty="0"/>
              <a:t>Process: lodgement</a:t>
            </a:r>
          </a:p>
        </p:txBody>
      </p:sp>
      <p:sp>
        <p:nvSpPr>
          <p:cNvPr id="3" name="Content Placeholder 2">
            <a:extLst>
              <a:ext uri="{FF2B5EF4-FFF2-40B4-BE49-F238E27FC236}">
                <a16:creationId xmlns:a16="http://schemas.microsoft.com/office/drawing/2014/main" id="{D8ED02F9-5E26-4C68-8A50-FFD72BB3D48D}"/>
              </a:ext>
            </a:extLst>
          </p:cNvPr>
          <p:cNvSpPr>
            <a:spLocks noGrp="1"/>
          </p:cNvSpPr>
          <p:nvPr>
            <p:ph idx="1"/>
          </p:nvPr>
        </p:nvSpPr>
        <p:spPr/>
        <p:txBody>
          <a:bodyPr>
            <a:normAutofit fontScale="62500" lnSpcReduction="20000"/>
          </a:bodyPr>
          <a:lstStyle/>
          <a:p>
            <a:r>
              <a:rPr lang="en-ZA" dirty="0"/>
              <a:t>Online Submission</a:t>
            </a:r>
          </a:p>
          <a:p>
            <a:pPr lvl="1"/>
            <a:r>
              <a:rPr lang="en-ZA" dirty="0"/>
              <a:t>Upload Coordinates (TEXT/ASCII)</a:t>
            </a:r>
          </a:p>
          <a:p>
            <a:pPr lvl="1"/>
            <a:r>
              <a:rPr lang="en-ZA" dirty="0"/>
              <a:t>Capture screen </a:t>
            </a:r>
          </a:p>
          <a:p>
            <a:pPr lvl="2"/>
            <a:r>
              <a:rPr lang="en-ZA" dirty="0"/>
              <a:t>Coordinate Input, Import from text  file, Digitization</a:t>
            </a:r>
          </a:p>
          <a:p>
            <a:pPr lvl="1"/>
            <a:r>
              <a:rPr lang="en-ZA" dirty="0"/>
              <a:t>Display on Map?</a:t>
            </a:r>
          </a:p>
          <a:p>
            <a:r>
              <a:rPr lang="en-ZA" dirty="0"/>
              <a:t>Electronic/Email Submissions</a:t>
            </a:r>
          </a:p>
          <a:p>
            <a:pPr lvl="1"/>
            <a:r>
              <a:rPr lang="en-ZA" dirty="0"/>
              <a:t>Request ASCII/Text file</a:t>
            </a:r>
          </a:p>
          <a:p>
            <a:pPr lvl="1"/>
            <a:r>
              <a:rPr lang="en-ZA" dirty="0"/>
              <a:t>PDF – Integration with OCR</a:t>
            </a:r>
          </a:p>
          <a:p>
            <a:r>
              <a:rPr lang="en-ZA" dirty="0"/>
              <a:t>Manual Submission</a:t>
            </a:r>
          </a:p>
          <a:p>
            <a:pPr lvl="1"/>
            <a:r>
              <a:rPr lang="en-ZA" dirty="0"/>
              <a:t>Capture screen </a:t>
            </a:r>
          </a:p>
          <a:p>
            <a:pPr lvl="2"/>
            <a:r>
              <a:rPr lang="en-ZA" dirty="0"/>
              <a:t>Coordinate Input, Import from text  file, Digitization</a:t>
            </a:r>
          </a:p>
          <a:p>
            <a:pPr lvl="1"/>
            <a:r>
              <a:rPr lang="en-ZA" dirty="0"/>
              <a:t>PDF – OCR – Spatial</a:t>
            </a:r>
          </a:p>
          <a:p>
            <a:r>
              <a:rPr lang="en-ZA" dirty="0"/>
              <a:t>Tools</a:t>
            </a:r>
          </a:p>
          <a:p>
            <a:pPr lvl="1"/>
            <a:r>
              <a:rPr lang="en-ZA" dirty="0"/>
              <a:t>Coordinate conversion</a:t>
            </a:r>
          </a:p>
          <a:p>
            <a:pPr lvl="1"/>
            <a:r>
              <a:rPr lang="en-ZA" dirty="0"/>
              <a:t>Area Conversion</a:t>
            </a:r>
          </a:p>
          <a:p>
            <a:pPr lvl="1"/>
            <a:r>
              <a:rPr lang="en-ZA" dirty="0"/>
              <a:t>Distance conversion</a:t>
            </a:r>
          </a:p>
          <a:p>
            <a:pPr lvl="1"/>
            <a:r>
              <a:rPr lang="en-ZA" dirty="0"/>
              <a:t>Any other spatial tools required for lodgement</a:t>
            </a:r>
          </a:p>
        </p:txBody>
      </p:sp>
    </p:spTree>
    <p:extLst>
      <p:ext uri="{BB962C8B-B14F-4D97-AF65-F5344CB8AC3E}">
        <p14:creationId xmlns:p14="http://schemas.microsoft.com/office/powerpoint/2010/main" val="2462640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FC9F-8D59-46D5-98B9-BD2F8BF367C4}"/>
              </a:ext>
            </a:extLst>
          </p:cNvPr>
          <p:cNvSpPr>
            <a:spLocks noGrp="1"/>
          </p:cNvSpPr>
          <p:nvPr>
            <p:ph type="title"/>
          </p:nvPr>
        </p:nvSpPr>
        <p:spPr/>
        <p:txBody>
          <a:bodyPr/>
          <a:lstStyle/>
          <a:p>
            <a:r>
              <a:rPr lang="en-ZA" dirty="0"/>
              <a:t>Process: examination</a:t>
            </a:r>
          </a:p>
        </p:txBody>
      </p:sp>
      <p:sp>
        <p:nvSpPr>
          <p:cNvPr id="3" name="Content Placeholder 2">
            <a:extLst>
              <a:ext uri="{FF2B5EF4-FFF2-40B4-BE49-F238E27FC236}">
                <a16:creationId xmlns:a16="http://schemas.microsoft.com/office/drawing/2014/main" id="{269D6225-8AD4-47D1-9FB0-63AF6F206596}"/>
              </a:ext>
            </a:extLst>
          </p:cNvPr>
          <p:cNvSpPr>
            <a:spLocks noGrp="1"/>
          </p:cNvSpPr>
          <p:nvPr>
            <p:ph idx="1"/>
          </p:nvPr>
        </p:nvSpPr>
        <p:spPr/>
        <p:txBody>
          <a:bodyPr/>
          <a:lstStyle/>
          <a:p>
            <a:r>
              <a:rPr lang="en-ZA" dirty="0"/>
              <a:t>Integration with AutoCAD &amp; </a:t>
            </a:r>
            <a:r>
              <a:rPr lang="en-ZA" dirty="0" err="1"/>
              <a:t>Munsys</a:t>
            </a:r>
            <a:endParaRPr lang="en-ZA" dirty="0"/>
          </a:p>
          <a:p>
            <a:pPr lvl="1"/>
            <a:r>
              <a:rPr lang="en-ZA" dirty="0"/>
              <a:t>To provide numeric data to AutoCAD</a:t>
            </a:r>
          </a:p>
          <a:p>
            <a:r>
              <a:rPr lang="en-ZA" dirty="0"/>
              <a:t>Noting</a:t>
            </a:r>
          </a:p>
          <a:p>
            <a:r>
              <a:rPr lang="en-ZA" dirty="0"/>
              <a:t>Query and display numeric data</a:t>
            </a:r>
          </a:p>
          <a:p>
            <a:r>
              <a:rPr lang="en-ZA" dirty="0"/>
              <a:t>Verification/Validation Tools</a:t>
            </a:r>
          </a:p>
          <a:p>
            <a:r>
              <a:rPr lang="en-ZA" dirty="0"/>
              <a:t>Conversion Tools (common across all modules)</a:t>
            </a:r>
          </a:p>
        </p:txBody>
      </p:sp>
    </p:spTree>
    <p:extLst>
      <p:ext uri="{BB962C8B-B14F-4D97-AF65-F5344CB8AC3E}">
        <p14:creationId xmlns:p14="http://schemas.microsoft.com/office/powerpoint/2010/main" val="1316122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D0905-27BB-4AA9-89F0-5EE57DE6E371}"/>
              </a:ext>
            </a:extLst>
          </p:cNvPr>
          <p:cNvSpPr>
            <a:spLocks noGrp="1"/>
          </p:cNvSpPr>
          <p:nvPr>
            <p:ph type="title"/>
          </p:nvPr>
        </p:nvSpPr>
        <p:spPr/>
        <p:txBody>
          <a:bodyPr/>
          <a:lstStyle/>
          <a:p>
            <a:r>
              <a:rPr lang="en-ZA" dirty="0"/>
              <a:t>Spatial process 1</a:t>
            </a:r>
          </a:p>
        </p:txBody>
      </p:sp>
      <p:sp>
        <p:nvSpPr>
          <p:cNvPr id="5" name="Content Placeholder 4">
            <a:extLst>
              <a:ext uri="{FF2B5EF4-FFF2-40B4-BE49-F238E27FC236}">
                <a16:creationId xmlns:a16="http://schemas.microsoft.com/office/drawing/2014/main" id="{A7183700-A9A6-41F7-9E83-7D1FF2E1CC9A}"/>
              </a:ext>
            </a:extLst>
          </p:cNvPr>
          <p:cNvSpPr>
            <a:spLocks noGrp="1"/>
          </p:cNvSpPr>
          <p:nvPr>
            <p:ph idx="1"/>
          </p:nvPr>
        </p:nvSpPr>
        <p:spPr/>
        <p:txBody>
          <a:bodyPr>
            <a:normAutofit/>
          </a:bodyPr>
          <a:lstStyle/>
          <a:p>
            <a:r>
              <a:rPr lang="en-ZA" dirty="0"/>
              <a:t>Newly approved cadastral document</a:t>
            </a:r>
          </a:p>
          <a:p>
            <a:pPr lvl="1"/>
            <a:r>
              <a:rPr lang="en-ZA" dirty="0"/>
              <a:t>Task triggered to Spatial from Dispatch</a:t>
            </a:r>
          </a:p>
          <a:p>
            <a:pPr lvl="1"/>
            <a:r>
              <a:rPr lang="en-ZA" dirty="0"/>
              <a:t>Spatial Manager receives task</a:t>
            </a:r>
          </a:p>
          <a:p>
            <a:pPr lvl="1"/>
            <a:r>
              <a:rPr lang="en-ZA" dirty="0"/>
              <a:t>Task is assigned to a Capturer </a:t>
            </a:r>
          </a:p>
          <a:p>
            <a:pPr lvl="2"/>
            <a:r>
              <a:rPr lang="en-ZA" dirty="0"/>
              <a:t>Preview the approved parcel + other information </a:t>
            </a:r>
          </a:p>
          <a:p>
            <a:pPr lvl="2"/>
            <a:r>
              <a:rPr lang="en-ZA" dirty="0"/>
              <a:t>Perform capturing tasks as required (either in AutoCAD or new system)</a:t>
            </a:r>
          </a:p>
          <a:p>
            <a:pPr lvl="1"/>
            <a:r>
              <a:rPr lang="en-ZA" dirty="0"/>
              <a:t>Task is trigged for QA</a:t>
            </a:r>
          </a:p>
          <a:p>
            <a:pPr lvl="2"/>
            <a:r>
              <a:rPr lang="en-ZA" dirty="0"/>
              <a:t>QA checks performed</a:t>
            </a:r>
          </a:p>
          <a:p>
            <a:pPr lvl="1"/>
            <a:r>
              <a:rPr lang="en-ZA" dirty="0"/>
              <a:t>Final data is saved in database</a:t>
            </a:r>
          </a:p>
          <a:p>
            <a:pPr lvl="1"/>
            <a:endParaRPr lang="en-ZA" dirty="0"/>
          </a:p>
          <a:p>
            <a:endParaRPr lang="en-ZA" dirty="0"/>
          </a:p>
        </p:txBody>
      </p:sp>
    </p:spTree>
    <p:extLst>
      <p:ext uri="{BB962C8B-B14F-4D97-AF65-F5344CB8AC3E}">
        <p14:creationId xmlns:p14="http://schemas.microsoft.com/office/powerpoint/2010/main" val="3193239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BD7FC-EC49-4C8A-8435-30B912CD626D}"/>
              </a:ext>
            </a:extLst>
          </p:cNvPr>
          <p:cNvSpPr>
            <a:spLocks noGrp="1"/>
          </p:cNvSpPr>
          <p:nvPr>
            <p:ph type="title"/>
          </p:nvPr>
        </p:nvSpPr>
        <p:spPr/>
        <p:txBody>
          <a:bodyPr/>
          <a:lstStyle/>
          <a:p>
            <a:r>
              <a:rPr lang="en-ZA" dirty="0"/>
              <a:t>Other spatial processes</a:t>
            </a:r>
          </a:p>
        </p:txBody>
      </p:sp>
      <p:sp>
        <p:nvSpPr>
          <p:cNvPr id="3" name="Content Placeholder 2">
            <a:extLst>
              <a:ext uri="{FF2B5EF4-FFF2-40B4-BE49-F238E27FC236}">
                <a16:creationId xmlns:a16="http://schemas.microsoft.com/office/drawing/2014/main" id="{572C23BD-8EE9-40B7-9EBC-3A3EE94CD0BF}"/>
              </a:ext>
            </a:extLst>
          </p:cNvPr>
          <p:cNvSpPr>
            <a:spLocks noGrp="1"/>
          </p:cNvSpPr>
          <p:nvPr>
            <p:ph idx="1"/>
          </p:nvPr>
        </p:nvSpPr>
        <p:spPr/>
        <p:txBody>
          <a:bodyPr>
            <a:normAutofit fontScale="77500" lnSpcReduction="20000"/>
          </a:bodyPr>
          <a:lstStyle/>
          <a:p>
            <a:pPr marL="514350" indent="-514350">
              <a:buFont typeface="+mj-lt"/>
              <a:buAutoNum type="arabicPeriod"/>
            </a:pPr>
            <a:r>
              <a:rPr lang="en-ZA" dirty="0"/>
              <a:t>Correction of Errors</a:t>
            </a:r>
          </a:p>
          <a:p>
            <a:pPr lvl="1"/>
            <a:r>
              <a:rPr lang="en-ZA" dirty="0"/>
              <a:t>Error reported - Spatial Manager creates task – assigned to Capturer – Quality Check - Save</a:t>
            </a:r>
          </a:p>
          <a:p>
            <a:pPr marL="514350" indent="-514350">
              <a:buFont typeface="+mj-lt"/>
              <a:buAutoNum type="arabicPeriod"/>
            </a:pPr>
            <a:r>
              <a:rPr lang="en-ZA" dirty="0"/>
              <a:t>Endorsements</a:t>
            </a:r>
          </a:p>
          <a:p>
            <a:pPr lvl="1"/>
            <a:r>
              <a:rPr lang="en-ZA" dirty="0"/>
              <a:t>Endorsement Task triggered – Spatial Manager assigns task to Capturer – Quality Check – Save</a:t>
            </a:r>
          </a:p>
          <a:p>
            <a:pPr marL="514350" indent="-514350">
              <a:buFont typeface="+mj-lt"/>
              <a:buAutoNum type="arabicPeriod"/>
            </a:pPr>
            <a:r>
              <a:rPr lang="en-ZA" dirty="0"/>
              <a:t>Special Projects</a:t>
            </a:r>
          </a:p>
          <a:p>
            <a:pPr lvl="1"/>
            <a:r>
              <a:rPr lang="en-ZA" dirty="0"/>
              <a:t>Project assigned to Spatial - Spatial Manager creates task – assigned to Capturer – Quality Check - Save</a:t>
            </a:r>
          </a:p>
          <a:p>
            <a:pPr marL="514350" indent="-514350">
              <a:buFont typeface="+mj-lt"/>
              <a:buAutoNum type="arabicPeriod"/>
            </a:pPr>
            <a:r>
              <a:rPr lang="en-ZA" dirty="0"/>
              <a:t>Periodical Error Checks</a:t>
            </a:r>
          </a:p>
          <a:p>
            <a:pPr lvl="1"/>
            <a:r>
              <a:rPr lang="en-ZA" dirty="0"/>
              <a:t>System automatically generates task based on configuration (quarterly/any time) – Spatial Manager performs task – Reports are generated</a:t>
            </a:r>
          </a:p>
          <a:p>
            <a:pPr marL="514350" indent="-514350">
              <a:buFont typeface="+mj-lt"/>
              <a:buAutoNum type="arabicPeriod"/>
            </a:pPr>
            <a:r>
              <a:rPr lang="en-ZA" dirty="0"/>
              <a:t>Sectional Plans</a:t>
            </a:r>
          </a:p>
          <a:p>
            <a:pPr lvl="1"/>
            <a:r>
              <a:rPr lang="en-ZA" dirty="0"/>
              <a:t>Task triggered from Dispatch – Spatial Manager assigns task to Capturer – Coordinates are </a:t>
            </a:r>
            <a:r>
              <a:rPr lang="en-ZA"/>
              <a:t>captured duly </a:t>
            </a:r>
            <a:r>
              <a:rPr lang="en-ZA" dirty="0"/>
              <a:t>setting the coordinate system – System generates geometry and plots – Quality check - Save</a:t>
            </a:r>
          </a:p>
        </p:txBody>
      </p:sp>
    </p:spTree>
    <p:extLst>
      <p:ext uri="{BB962C8B-B14F-4D97-AF65-F5344CB8AC3E}">
        <p14:creationId xmlns:p14="http://schemas.microsoft.com/office/powerpoint/2010/main" val="3640696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FC9F-8D59-46D5-98B9-BD2F8BF367C4}"/>
              </a:ext>
            </a:extLst>
          </p:cNvPr>
          <p:cNvSpPr>
            <a:spLocks noGrp="1"/>
          </p:cNvSpPr>
          <p:nvPr>
            <p:ph type="title"/>
          </p:nvPr>
        </p:nvSpPr>
        <p:spPr/>
        <p:txBody>
          <a:bodyPr/>
          <a:lstStyle/>
          <a:p>
            <a:r>
              <a:rPr lang="en-ZA" dirty="0"/>
              <a:t>DATA CAPTURE &amp; MAINTENANCE</a:t>
            </a:r>
          </a:p>
        </p:txBody>
      </p:sp>
      <p:sp>
        <p:nvSpPr>
          <p:cNvPr id="3" name="Content Placeholder 2">
            <a:extLst>
              <a:ext uri="{FF2B5EF4-FFF2-40B4-BE49-F238E27FC236}">
                <a16:creationId xmlns:a16="http://schemas.microsoft.com/office/drawing/2014/main" id="{269D6225-8AD4-47D1-9FB0-63AF6F206596}"/>
              </a:ext>
            </a:extLst>
          </p:cNvPr>
          <p:cNvSpPr>
            <a:spLocks noGrp="1"/>
          </p:cNvSpPr>
          <p:nvPr>
            <p:ph idx="1"/>
          </p:nvPr>
        </p:nvSpPr>
        <p:spPr/>
        <p:txBody>
          <a:bodyPr>
            <a:normAutofit/>
          </a:bodyPr>
          <a:lstStyle/>
          <a:p>
            <a:r>
              <a:rPr lang="en-ZA" dirty="0"/>
              <a:t>Tools</a:t>
            </a:r>
          </a:p>
          <a:p>
            <a:pPr lvl="1"/>
            <a:r>
              <a:rPr lang="en-ZA" dirty="0"/>
              <a:t>Query Builder (Data Viewer)</a:t>
            </a:r>
          </a:p>
          <a:p>
            <a:pPr lvl="1"/>
            <a:r>
              <a:rPr lang="en-ZA" dirty="0"/>
              <a:t>Coordinate Convertor</a:t>
            </a:r>
          </a:p>
          <a:p>
            <a:pPr lvl="1"/>
            <a:r>
              <a:rPr lang="en-ZA" dirty="0"/>
              <a:t>Distance Calculator</a:t>
            </a:r>
          </a:p>
          <a:p>
            <a:pPr lvl="1"/>
            <a:r>
              <a:rPr lang="en-ZA" dirty="0"/>
              <a:t>Area calculator (extent)</a:t>
            </a:r>
          </a:p>
          <a:p>
            <a:pPr lvl="1"/>
            <a:r>
              <a:rPr lang="en-ZA" dirty="0"/>
              <a:t>Validation and Verification tools</a:t>
            </a:r>
          </a:p>
          <a:p>
            <a:pPr lvl="2"/>
            <a:r>
              <a:rPr lang="en-ZA" dirty="0"/>
              <a:t>Topology checks (Geometry)</a:t>
            </a:r>
          </a:p>
          <a:p>
            <a:pPr lvl="2"/>
            <a:r>
              <a:rPr lang="en-ZA" dirty="0"/>
              <a:t>Extent validation</a:t>
            </a:r>
          </a:p>
          <a:p>
            <a:pPr lvl="2"/>
            <a:r>
              <a:rPr lang="en-ZA" dirty="0"/>
              <a:t>Attribute validation</a:t>
            </a:r>
          </a:p>
          <a:p>
            <a:pPr lvl="1"/>
            <a:r>
              <a:rPr lang="en-ZA" dirty="0"/>
              <a:t>OCR</a:t>
            </a:r>
          </a:p>
        </p:txBody>
      </p:sp>
    </p:spTree>
    <p:extLst>
      <p:ext uri="{BB962C8B-B14F-4D97-AF65-F5344CB8AC3E}">
        <p14:creationId xmlns:p14="http://schemas.microsoft.com/office/powerpoint/2010/main" val="3485370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97CC2-0ADF-4675-957A-A40C5908DC3D}"/>
              </a:ext>
            </a:extLst>
          </p:cNvPr>
          <p:cNvSpPr>
            <a:spLocks noGrp="1"/>
          </p:cNvSpPr>
          <p:nvPr>
            <p:ph type="title"/>
          </p:nvPr>
        </p:nvSpPr>
        <p:spPr/>
        <p:txBody>
          <a:bodyPr/>
          <a:lstStyle/>
          <a:p>
            <a:r>
              <a:rPr lang="en-ZA" dirty="0"/>
              <a:t>Information provision</a:t>
            </a:r>
          </a:p>
        </p:txBody>
      </p:sp>
      <p:sp>
        <p:nvSpPr>
          <p:cNvPr id="3" name="Content Placeholder 2">
            <a:extLst>
              <a:ext uri="{FF2B5EF4-FFF2-40B4-BE49-F238E27FC236}">
                <a16:creationId xmlns:a16="http://schemas.microsoft.com/office/drawing/2014/main" id="{27E5C12D-4040-4BB4-910C-2FD9853827CA}"/>
              </a:ext>
            </a:extLst>
          </p:cNvPr>
          <p:cNvSpPr>
            <a:spLocks noGrp="1"/>
          </p:cNvSpPr>
          <p:nvPr>
            <p:ph idx="1"/>
          </p:nvPr>
        </p:nvSpPr>
        <p:spPr/>
        <p:txBody>
          <a:bodyPr>
            <a:normAutofit fontScale="70000" lnSpcReduction="20000"/>
          </a:bodyPr>
          <a:lstStyle/>
          <a:p>
            <a:r>
              <a:rPr lang="en-ZA" dirty="0"/>
              <a:t>Search and Query (various methods)</a:t>
            </a:r>
          </a:p>
          <a:p>
            <a:r>
              <a:rPr lang="en-ZA" dirty="0"/>
              <a:t>Extract data (Single/Bulk)</a:t>
            </a:r>
          </a:p>
          <a:p>
            <a:pPr lvl="1"/>
            <a:r>
              <a:rPr lang="en-ZA" dirty="0"/>
              <a:t>Coordinate List</a:t>
            </a:r>
          </a:p>
          <a:p>
            <a:pPr lvl="1"/>
            <a:r>
              <a:rPr lang="en-ZA" dirty="0">
                <a:solidFill>
                  <a:schemeClr val="bg1">
                    <a:lumMod val="85000"/>
                  </a:schemeClr>
                </a:solidFill>
              </a:rPr>
              <a:t>Image</a:t>
            </a:r>
          </a:p>
          <a:p>
            <a:pPr lvl="1"/>
            <a:r>
              <a:rPr lang="en-ZA" dirty="0"/>
              <a:t>Map</a:t>
            </a:r>
          </a:p>
          <a:p>
            <a:pPr lvl="1"/>
            <a:r>
              <a:rPr lang="en-ZA" dirty="0"/>
              <a:t>Trig Points</a:t>
            </a:r>
          </a:p>
          <a:p>
            <a:pPr lvl="1"/>
            <a:r>
              <a:rPr lang="en-ZA" dirty="0"/>
              <a:t>Boundary (etc)</a:t>
            </a:r>
          </a:p>
          <a:p>
            <a:pPr lvl="1"/>
            <a:r>
              <a:rPr lang="en-ZA" dirty="0"/>
              <a:t>NGI- Data</a:t>
            </a:r>
          </a:p>
          <a:p>
            <a:r>
              <a:rPr lang="en-ZA" dirty="0"/>
              <a:t>Extract by</a:t>
            </a:r>
          </a:p>
          <a:p>
            <a:pPr lvl="1"/>
            <a:r>
              <a:rPr lang="en-ZA" dirty="0"/>
              <a:t>Admin areas (Province, District, Local)</a:t>
            </a:r>
          </a:p>
          <a:p>
            <a:pPr lvl="1"/>
            <a:r>
              <a:rPr lang="en-ZA" dirty="0"/>
              <a:t>AOI</a:t>
            </a:r>
          </a:p>
          <a:p>
            <a:pPr lvl="1"/>
            <a:r>
              <a:rPr lang="en-ZA" dirty="0"/>
              <a:t>Search criteria</a:t>
            </a:r>
          </a:p>
          <a:p>
            <a:r>
              <a:rPr lang="en-ZA" dirty="0"/>
              <a:t>Format</a:t>
            </a:r>
          </a:p>
          <a:p>
            <a:pPr lvl="1"/>
            <a:r>
              <a:rPr lang="en-ZA" dirty="0"/>
              <a:t>Shapefile, </a:t>
            </a:r>
            <a:r>
              <a:rPr lang="en-ZA" dirty="0" err="1">
                <a:solidFill>
                  <a:srgbClr val="FF0000"/>
                </a:solidFill>
              </a:rPr>
              <a:t>dxf</a:t>
            </a:r>
            <a:r>
              <a:rPr lang="en-ZA" dirty="0"/>
              <a:t>, </a:t>
            </a:r>
            <a:r>
              <a:rPr lang="en-ZA" dirty="0" err="1"/>
              <a:t>kml</a:t>
            </a:r>
            <a:r>
              <a:rPr lang="en-ZA" dirty="0"/>
              <a:t>, </a:t>
            </a:r>
            <a:r>
              <a:rPr lang="en-ZA" dirty="0" err="1"/>
              <a:t>wkt</a:t>
            </a:r>
            <a:r>
              <a:rPr lang="en-ZA" dirty="0"/>
              <a:t>, pdf (</a:t>
            </a:r>
            <a:r>
              <a:rPr lang="en-ZA" dirty="0" err="1">
                <a:solidFill>
                  <a:srgbClr val="FF0000"/>
                </a:solidFill>
              </a:rPr>
              <a:t>dwg</a:t>
            </a:r>
            <a:r>
              <a:rPr lang="en-ZA" dirty="0">
                <a:solidFill>
                  <a:srgbClr val="FF0000"/>
                </a:solidFill>
              </a:rPr>
              <a:t> – proprietary – need to check</a:t>
            </a:r>
            <a:r>
              <a:rPr lang="en-ZA" dirty="0"/>
              <a:t>)</a:t>
            </a:r>
          </a:p>
          <a:p>
            <a:r>
              <a:rPr lang="en-ZA" dirty="0"/>
              <a:t>Spatial view of reports</a:t>
            </a:r>
          </a:p>
          <a:p>
            <a:pPr lvl="1"/>
            <a:endParaRPr lang="en-ZA" dirty="0"/>
          </a:p>
        </p:txBody>
      </p:sp>
    </p:spTree>
    <p:extLst>
      <p:ext uri="{BB962C8B-B14F-4D97-AF65-F5344CB8AC3E}">
        <p14:creationId xmlns:p14="http://schemas.microsoft.com/office/powerpoint/2010/main" val="2386922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4AC0A-CA3D-4342-B82C-1C4D21E2C88E}"/>
              </a:ext>
            </a:extLst>
          </p:cNvPr>
          <p:cNvSpPr>
            <a:spLocks noGrp="1"/>
          </p:cNvSpPr>
          <p:nvPr>
            <p:ph type="title"/>
          </p:nvPr>
        </p:nvSpPr>
        <p:spPr/>
        <p:txBody>
          <a:bodyPr/>
          <a:lstStyle/>
          <a:p>
            <a:r>
              <a:rPr lang="en-ZA" dirty="0"/>
              <a:t>Information provision - process</a:t>
            </a:r>
          </a:p>
        </p:txBody>
      </p:sp>
      <p:graphicFrame>
        <p:nvGraphicFramePr>
          <p:cNvPr id="4" name="Content Placeholder 3">
            <a:extLst>
              <a:ext uri="{FF2B5EF4-FFF2-40B4-BE49-F238E27FC236}">
                <a16:creationId xmlns:a16="http://schemas.microsoft.com/office/drawing/2014/main" id="{E944AA3E-1084-4646-B673-DBF97A316B65}"/>
              </a:ext>
            </a:extLst>
          </p:cNvPr>
          <p:cNvGraphicFramePr>
            <a:graphicFrameLocks noGrp="1"/>
          </p:cNvGraphicFramePr>
          <p:nvPr>
            <p:ph idx="1"/>
            <p:extLst>
              <p:ext uri="{D42A27DB-BD31-4B8C-83A1-F6EECF244321}">
                <p14:modId xmlns:p14="http://schemas.microsoft.com/office/powerpoint/2010/main" val="4265413222"/>
              </p:ext>
            </p:extLst>
          </p:nvPr>
        </p:nvGraphicFramePr>
        <p:xfrm>
          <a:off x="838200" y="1341438"/>
          <a:ext cx="1051560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8252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C4F57-FDD8-4466-87EF-C74878C6BA8B}"/>
              </a:ext>
            </a:extLst>
          </p:cNvPr>
          <p:cNvSpPr>
            <a:spLocks noGrp="1"/>
          </p:cNvSpPr>
          <p:nvPr>
            <p:ph type="title"/>
          </p:nvPr>
        </p:nvSpPr>
        <p:spPr/>
        <p:txBody>
          <a:bodyPr/>
          <a:lstStyle/>
          <a:p>
            <a:r>
              <a:rPr lang="en-ZA" dirty="0"/>
              <a:t>Map viewer</a:t>
            </a:r>
          </a:p>
        </p:txBody>
      </p:sp>
      <p:sp>
        <p:nvSpPr>
          <p:cNvPr id="3" name="Content Placeholder 2">
            <a:extLst>
              <a:ext uri="{FF2B5EF4-FFF2-40B4-BE49-F238E27FC236}">
                <a16:creationId xmlns:a16="http://schemas.microsoft.com/office/drawing/2014/main" id="{E0AB861E-AC4F-4223-9244-EEFE6B1A108A}"/>
              </a:ext>
            </a:extLst>
          </p:cNvPr>
          <p:cNvSpPr>
            <a:spLocks noGrp="1"/>
          </p:cNvSpPr>
          <p:nvPr>
            <p:ph idx="1"/>
          </p:nvPr>
        </p:nvSpPr>
        <p:spPr/>
        <p:txBody>
          <a:bodyPr/>
          <a:lstStyle/>
          <a:p>
            <a:r>
              <a:rPr lang="en-ZA" dirty="0"/>
              <a:t>Search and View all types of data</a:t>
            </a:r>
          </a:p>
          <a:p>
            <a:r>
              <a:rPr lang="en-ZA" dirty="0"/>
              <a:t>Navigation tools</a:t>
            </a:r>
          </a:p>
          <a:p>
            <a:r>
              <a:rPr lang="en-ZA" dirty="0"/>
              <a:t>Query tools</a:t>
            </a:r>
          </a:p>
          <a:p>
            <a:r>
              <a:rPr lang="en-ZA" dirty="0"/>
              <a:t>Consume WMS</a:t>
            </a:r>
          </a:p>
          <a:p>
            <a:r>
              <a:rPr lang="en-ZA" dirty="0"/>
              <a:t>Base Maps (Google/Bing)</a:t>
            </a:r>
          </a:p>
          <a:p>
            <a:r>
              <a:rPr lang="en-ZA" dirty="0"/>
              <a:t>Print</a:t>
            </a:r>
          </a:p>
          <a:p>
            <a:r>
              <a:rPr lang="en-ZA" dirty="0"/>
              <a:t>Export</a:t>
            </a:r>
          </a:p>
        </p:txBody>
      </p:sp>
    </p:spTree>
    <p:extLst>
      <p:ext uri="{BB962C8B-B14F-4D97-AF65-F5344CB8AC3E}">
        <p14:creationId xmlns:p14="http://schemas.microsoft.com/office/powerpoint/2010/main" val="2110556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66051-C065-40A3-A96E-3C8319567A52}"/>
              </a:ext>
            </a:extLst>
          </p:cNvPr>
          <p:cNvSpPr>
            <a:spLocks noGrp="1"/>
          </p:cNvSpPr>
          <p:nvPr>
            <p:ph type="title"/>
          </p:nvPr>
        </p:nvSpPr>
        <p:spPr/>
        <p:txBody>
          <a:bodyPr/>
          <a:lstStyle/>
          <a:p>
            <a:r>
              <a:rPr lang="en-ZA" dirty="0"/>
              <a:t>Spatial | Technology stack</a:t>
            </a:r>
          </a:p>
        </p:txBody>
      </p:sp>
      <p:sp>
        <p:nvSpPr>
          <p:cNvPr id="3" name="Content Placeholder 2">
            <a:extLst>
              <a:ext uri="{FF2B5EF4-FFF2-40B4-BE49-F238E27FC236}">
                <a16:creationId xmlns:a16="http://schemas.microsoft.com/office/drawing/2014/main" id="{605D7C92-9946-4B2A-82D8-C52107388810}"/>
              </a:ext>
            </a:extLst>
          </p:cNvPr>
          <p:cNvSpPr>
            <a:spLocks noGrp="1"/>
          </p:cNvSpPr>
          <p:nvPr>
            <p:ph idx="1"/>
          </p:nvPr>
        </p:nvSpPr>
        <p:spPr/>
        <p:txBody>
          <a:bodyPr/>
          <a:lstStyle/>
          <a:p>
            <a:r>
              <a:rPr lang="en-ZA" dirty="0"/>
              <a:t>Open Layer 2 for Google or </a:t>
            </a:r>
            <a:r>
              <a:rPr lang="en-ZA" dirty="0" err="1"/>
              <a:t>Openlayer</a:t>
            </a:r>
            <a:r>
              <a:rPr lang="en-ZA" dirty="0"/>
              <a:t> 4 without google </a:t>
            </a:r>
          </a:p>
          <a:p>
            <a:r>
              <a:rPr lang="en-ZA" dirty="0"/>
              <a:t>Oracle Spatial  </a:t>
            </a:r>
          </a:p>
          <a:p>
            <a:r>
              <a:rPr lang="en-ZA" dirty="0" err="1"/>
              <a:t>GeoServer</a:t>
            </a:r>
            <a:r>
              <a:rPr lang="en-ZA" dirty="0"/>
              <a:t> 2.6 </a:t>
            </a:r>
          </a:p>
          <a:p>
            <a:r>
              <a:rPr lang="en-ZA" dirty="0"/>
              <a:t>ogr2ogr (GDAL1.7) </a:t>
            </a:r>
          </a:p>
          <a:p>
            <a:r>
              <a:rPr lang="en-ZA" dirty="0"/>
              <a:t>map server 6</a:t>
            </a:r>
          </a:p>
          <a:p>
            <a:r>
              <a:rPr lang="en-ZA" dirty="0"/>
              <a:t>Integration</a:t>
            </a:r>
          </a:p>
          <a:p>
            <a:pPr lvl="1"/>
            <a:r>
              <a:rPr lang="en-ZA" dirty="0"/>
              <a:t>AutoCAD + </a:t>
            </a:r>
            <a:r>
              <a:rPr lang="en-ZA" dirty="0" err="1"/>
              <a:t>Munsys</a:t>
            </a:r>
            <a:endParaRPr lang="en-ZA" dirty="0"/>
          </a:p>
          <a:p>
            <a:pPr lvl="1"/>
            <a:r>
              <a:rPr lang="en-ZA" dirty="0"/>
              <a:t>ESRI</a:t>
            </a:r>
          </a:p>
          <a:p>
            <a:endParaRPr lang="en-ZA" dirty="0"/>
          </a:p>
        </p:txBody>
      </p:sp>
    </p:spTree>
    <p:extLst>
      <p:ext uri="{BB962C8B-B14F-4D97-AF65-F5344CB8AC3E}">
        <p14:creationId xmlns:p14="http://schemas.microsoft.com/office/powerpoint/2010/main" val="1716800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566E2-F84D-4546-A7FB-029A4024F7FC}"/>
              </a:ext>
            </a:extLst>
          </p:cNvPr>
          <p:cNvSpPr>
            <a:spLocks noGrp="1"/>
          </p:cNvSpPr>
          <p:nvPr>
            <p:ph type="title"/>
          </p:nvPr>
        </p:nvSpPr>
        <p:spPr/>
        <p:txBody>
          <a:bodyPr/>
          <a:lstStyle/>
          <a:p>
            <a:r>
              <a:rPr lang="en-ZA" dirty="0"/>
              <a:t>decisions</a:t>
            </a:r>
          </a:p>
        </p:txBody>
      </p:sp>
      <p:sp>
        <p:nvSpPr>
          <p:cNvPr id="3" name="Content Placeholder 2">
            <a:extLst>
              <a:ext uri="{FF2B5EF4-FFF2-40B4-BE49-F238E27FC236}">
                <a16:creationId xmlns:a16="http://schemas.microsoft.com/office/drawing/2014/main" id="{4785F0F8-5E3B-420B-8B0B-9A072B67DD62}"/>
              </a:ext>
            </a:extLst>
          </p:cNvPr>
          <p:cNvSpPr>
            <a:spLocks noGrp="1"/>
          </p:cNvSpPr>
          <p:nvPr>
            <p:ph idx="1"/>
          </p:nvPr>
        </p:nvSpPr>
        <p:spPr/>
        <p:txBody>
          <a:bodyPr>
            <a:normAutofit lnSpcReduction="10000"/>
          </a:bodyPr>
          <a:lstStyle/>
          <a:p>
            <a:r>
              <a:rPr lang="en-ZA" dirty="0"/>
              <a:t>Technology</a:t>
            </a:r>
          </a:p>
          <a:p>
            <a:pPr lvl="1"/>
            <a:r>
              <a:rPr lang="en-ZA" dirty="0"/>
              <a:t>Continue with AutoCAD + </a:t>
            </a:r>
            <a:r>
              <a:rPr lang="en-ZA" dirty="0" err="1"/>
              <a:t>Munsys</a:t>
            </a:r>
            <a:endParaRPr lang="en-ZA" dirty="0"/>
          </a:p>
          <a:p>
            <a:pPr lvl="1"/>
            <a:r>
              <a:rPr lang="en-ZA" dirty="0"/>
              <a:t>ESRI CSG Viewer</a:t>
            </a:r>
          </a:p>
          <a:p>
            <a:r>
              <a:rPr lang="en-ZA" dirty="0"/>
              <a:t>Storage of NGI Data</a:t>
            </a:r>
          </a:p>
          <a:p>
            <a:r>
              <a:rPr lang="en-ZA" dirty="0"/>
              <a:t>Process</a:t>
            </a:r>
          </a:p>
          <a:p>
            <a:pPr lvl="1"/>
            <a:r>
              <a:rPr lang="en-ZA" dirty="0"/>
              <a:t>Lodgement </a:t>
            </a:r>
          </a:p>
          <a:p>
            <a:pPr lvl="1"/>
            <a:r>
              <a:rPr lang="en-ZA" dirty="0"/>
              <a:t>Post approval – management</a:t>
            </a:r>
          </a:p>
          <a:p>
            <a:pPr lvl="1"/>
            <a:r>
              <a:rPr lang="en-ZA" dirty="0"/>
              <a:t>Statuses (L,W)</a:t>
            </a:r>
          </a:p>
          <a:p>
            <a:pPr lvl="1"/>
            <a:r>
              <a:rPr lang="en-ZA" dirty="0"/>
              <a:t>Compilation/Noting</a:t>
            </a:r>
          </a:p>
          <a:p>
            <a:r>
              <a:rPr lang="en-ZA" dirty="0"/>
              <a:t>Integration with AutoCAD/</a:t>
            </a:r>
            <a:r>
              <a:rPr lang="en-ZA" dirty="0" err="1"/>
              <a:t>Munsys</a:t>
            </a:r>
            <a:endParaRPr lang="en-ZA" dirty="0"/>
          </a:p>
          <a:p>
            <a:pPr lvl="1"/>
            <a:r>
              <a:rPr lang="en-ZA" dirty="0"/>
              <a:t>Data exchange mechanism</a:t>
            </a:r>
          </a:p>
          <a:p>
            <a:pPr lvl="1"/>
            <a:endParaRPr lang="en-ZA" dirty="0"/>
          </a:p>
        </p:txBody>
      </p:sp>
    </p:spTree>
    <p:extLst>
      <p:ext uri="{BB962C8B-B14F-4D97-AF65-F5344CB8AC3E}">
        <p14:creationId xmlns:p14="http://schemas.microsoft.com/office/powerpoint/2010/main" val="886550975"/>
      </p:ext>
    </p:extLst>
  </p:cSld>
  <p:clrMapOvr>
    <a:masterClrMapping/>
  </p:clrMapOvr>
</p:sld>
</file>

<file path=ppt/theme/theme1.xml><?xml version="1.0" encoding="utf-8"?>
<a:theme xmlns:a="http://schemas.openxmlformats.org/drawingml/2006/main" name="Office Theme">
  <a:themeElements>
    <a:clrScheme name="MULTISLIDES">
      <a:dk1>
        <a:srgbClr val="262626"/>
      </a:dk1>
      <a:lt1>
        <a:sysClr val="window" lastClr="FFFFFF"/>
      </a:lt1>
      <a:dk2>
        <a:srgbClr val="262626"/>
      </a:dk2>
      <a:lt2>
        <a:srgbClr val="FFFFFF"/>
      </a:lt2>
      <a:accent1>
        <a:srgbClr val="ED5564"/>
      </a:accent1>
      <a:accent2>
        <a:srgbClr val="FB6E52"/>
      </a:accent2>
      <a:accent3>
        <a:srgbClr val="FFCE55"/>
      </a:accent3>
      <a:accent4>
        <a:srgbClr val="A0D468"/>
      </a:accent4>
      <a:accent5>
        <a:srgbClr val="48CFAE"/>
      </a:accent5>
      <a:accent6>
        <a:srgbClr val="4FC0E8"/>
      </a:accent6>
      <a:hlink>
        <a:srgbClr val="0563C1"/>
      </a:hlink>
      <a:folHlink>
        <a:srgbClr val="954F72"/>
      </a:folHlink>
    </a:clrScheme>
    <a:fontScheme name="MULTISLIDES">
      <a:majorFont>
        <a:latin typeface="Code 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5018</TotalTime>
  <Words>1870</Words>
  <Application>Microsoft Office PowerPoint</Application>
  <PresentationFormat>Widescreen</PresentationFormat>
  <Paragraphs>1206</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Code Bold</vt:lpstr>
      <vt:lpstr>Open Sans</vt:lpstr>
      <vt:lpstr>Times New Roman</vt:lpstr>
      <vt:lpstr>Verdana</vt:lpstr>
      <vt:lpstr>Office Theme</vt:lpstr>
      <vt:lpstr>PowerPoint Presentation</vt:lpstr>
      <vt:lpstr>Spatial | scope</vt:lpstr>
      <vt:lpstr>Spatial | user perspective</vt:lpstr>
      <vt:lpstr>spatial | Business processes</vt:lpstr>
      <vt:lpstr>spatial | Business processes</vt:lpstr>
      <vt:lpstr>Spatial | SG applications</vt:lpstr>
      <vt:lpstr>Spatial | other applications</vt:lpstr>
      <vt:lpstr>Spatial | process vs tools</vt:lpstr>
      <vt:lpstr>Spatial | KNOWN ISSUES, expectations &amp; Wishlist</vt:lpstr>
      <vt:lpstr>Process: management reports (spatial view)</vt:lpstr>
      <vt:lpstr>Process: reservations</vt:lpstr>
      <vt:lpstr>Process: lodgement</vt:lpstr>
      <vt:lpstr>Process: examination</vt:lpstr>
      <vt:lpstr>Spatial process 1</vt:lpstr>
      <vt:lpstr>Other spatial processes</vt:lpstr>
      <vt:lpstr>DATA CAPTURE &amp; MAINTENANCE</vt:lpstr>
      <vt:lpstr>Information provision</vt:lpstr>
      <vt:lpstr>Information provision - process</vt:lpstr>
      <vt:lpstr>Map viewer</vt:lpstr>
      <vt:lpstr>Spatial | Technology stack</vt:lpstr>
      <vt:lpstr>decisions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Dracarys</dc:creator>
  <cp:lastModifiedBy>Rajesh Nooka</cp:lastModifiedBy>
  <cp:revision>423</cp:revision>
  <cp:lastPrinted>2018-10-14T10:35:48Z</cp:lastPrinted>
  <dcterms:created xsi:type="dcterms:W3CDTF">2018-01-26T06:42:11Z</dcterms:created>
  <dcterms:modified xsi:type="dcterms:W3CDTF">2018-10-17T09:57:48Z</dcterms:modified>
</cp:coreProperties>
</file>